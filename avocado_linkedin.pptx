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E082BBF-75EE-F6BF-5CDC-839C4FCC6D72}">
          <p14:sldIdLst>
            <p14:sldId id="256"/>
            <p14:sldId id="257"/>
            <p14:sldId id="258"/>
          </p14:sldIdLst>
        </p14:section>
        <p14:section name="Temuan" id="{1EBEF4E2-13FE-CCC3-E28E-EE85C8A7607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enutup" id="{71ED1DC7-5131-0D12-41E2-E21F05F7383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lang="it-IT" sz="1400" b="0" i="0" u="none" strike="noStrike">
                <a:solidFill>
                  <a:srgbClr val="1B2B20"/>
                </a:solidFill>
                <a:latin typeface="+mn-lt"/>
              </a:rPr>
              <a:t>Harga rata-rata per tipe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Harga rata-rata (USD)</c:v>
                </c:pt>
              </c:strCache>
            </c:strRef>
          </c:tx>
          <c:spPr>
            <a:solidFill>
              <a:srgbClr val="6B4F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DB-4782-B40B-D9384F158A55}"/>
              </c:ext>
            </c:extLst>
          </c:dPt>
          <c:dPt>
            <c:idx val="1"/>
            <c:invertIfNegative val="0"/>
            <c:bubble3D val="0"/>
            <c:spPr>
              <a:solidFill>
                <a:srgbClr val="8DC6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DB-4782-B40B-D9384F158A55}"/>
              </c:ext>
            </c:extLst>
          </c:dPt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730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1.0900000000000001</c:v>
                </c:pt>
                <c:pt idx="1">
                  <c:v>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DB-4782-B40B-D9384F158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DDE5D3"/>
              </a:solidFill>
              <a:prstDash val="solid"/>
              <a:round/>
            </a:ln>
          </c:spPr>
        </c:majorGridlines>
        <c:numFmt formatCode="&quot;$&quot;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0"/>
                </a:solidFill>
                <a:latin typeface="+mn-lt"/>
              </a:rPr>
              <a:t>Pangsa total volume nasional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Pangsa volume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4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D8-466C-B43A-A77FF4283103}"/>
              </c:ext>
            </c:extLst>
          </c:dPt>
          <c:dPt>
            <c:idx val="1"/>
            <c:bubble3D val="0"/>
            <c:spPr>
              <a:solidFill>
                <a:srgbClr val="8DC6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D8-466C-B43A-A77FF4283103}"/>
              </c:ext>
            </c:extLst>
          </c:dPt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97.8</c:v>
                </c:pt>
                <c:pt idx="1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D8-466C-B43A-A77FF4283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Conventional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6B4F3A"/>
              </a:solidFill>
              <a:ln w="9525" cap="flat">
                <a:solidFill>
                  <a:srgbClr val="6B4F3A"/>
                </a:solidFill>
                <a:prstDash val="solid"/>
                <a:round/>
              </a:ln>
              <a:effectLst/>
            </c:spPr>
          </c:marker>
          <c:xVal>
            <c:numRef>
              <c:f>Sheet1!$A$2:$A$581</c:f>
              <c:numCache>
                <c:formatCode>General</c:formatCode>
                <c:ptCount val="580"/>
                <c:pt idx="0">
                  <c:v>4.6109999999999998</c:v>
                </c:pt>
                <c:pt idx="1">
                  <c:v>4.6550000000000002</c:v>
                </c:pt>
                <c:pt idx="2">
                  <c:v>4.6189999999999998</c:v>
                </c:pt>
                <c:pt idx="3">
                  <c:v>4.6079999999999997</c:v>
                </c:pt>
                <c:pt idx="4">
                  <c:v>4.8310000000000004</c:v>
                </c:pt>
                <c:pt idx="5">
                  <c:v>4.6909999999999998</c:v>
                </c:pt>
                <c:pt idx="6">
                  <c:v>5.0810000000000004</c:v>
                </c:pt>
                <c:pt idx="7">
                  <c:v>5.6390000000000002</c:v>
                </c:pt>
                <c:pt idx="8">
                  <c:v>5.6529999999999996</c:v>
                </c:pt>
                <c:pt idx="9">
                  <c:v>5.6310000000000002</c:v>
                </c:pt>
                <c:pt idx="10">
                  <c:v>5.6239999999999997</c:v>
                </c:pt>
                <c:pt idx="11">
                  <c:v>5.5629999999999997</c:v>
                </c:pt>
                <c:pt idx="12">
                  <c:v>5.6340000000000003</c:v>
                </c:pt>
                <c:pt idx="13">
                  <c:v>5.681</c:v>
                </c:pt>
                <c:pt idx="14">
                  <c:v>5.8970000000000002</c:v>
                </c:pt>
                <c:pt idx="15">
                  <c:v>5.8410000000000002</c:v>
                </c:pt>
                <c:pt idx="16">
                  <c:v>5.8040000000000003</c:v>
                </c:pt>
                <c:pt idx="17">
                  <c:v>5.8179999999999996</c:v>
                </c:pt>
                <c:pt idx="18">
                  <c:v>5.8220000000000001</c:v>
                </c:pt>
                <c:pt idx="19">
                  <c:v>5.8819999999999997</c:v>
                </c:pt>
                <c:pt idx="20">
                  <c:v>5.9320000000000004</c:v>
                </c:pt>
                <c:pt idx="21">
                  <c:v>4.9029999999999996</c:v>
                </c:pt>
                <c:pt idx="22">
                  <c:v>4.82</c:v>
                </c:pt>
                <c:pt idx="23">
                  <c:v>4.7869999999999999</c:v>
                </c:pt>
                <c:pt idx="24">
                  <c:v>4.8150000000000004</c:v>
                </c:pt>
                <c:pt idx="25">
                  <c:v>4.8719999999999999</c:v>
                </c:pt>
                <c:pt idx="26">
                  <c:v>4.9530000000000003</c:v>
                </c:pt>
                <c:pt idx="27">
                  <c:v>4.9809999999999999</c:v>
                </c:pt>
                <c:pt idx="28">
                  <c:v>5.6920000000000002</c:v>
                </c:pt>
                <c:pt idx="29">
                  <c:v>5.6120000000000001</c:v>
                </c:pt>
                <c:pt idx="30">
                  <c:v>5.6020000000000003</c:v>
                </c:pt>
                <c:pt idx="31">
                  <c:v>5.6109999999999998</c:v>
                </c:pt>
                <c:pt idx="32">
                  <c:v>5.657</c:v>
                </c:pt>
                <c:pt idx="33">
                  <c:v>5.7030000000000003</c:v>
                </c:pt>
                <c:pt idx="34">
                  <c:v>5.7960000000000003</c:v>
                </c:pt>
                <c:pt idx="35">
                  <c:v>5.0650000000000004</c:v>
                </c:pt>
                <c:pt idx="36">
                  <c:v>5.0570000000000004</c:v>
                </c:pt>
                <c:pt idx="37">
                  <c:v>5.0010000000000003</c:v>
                </c:pt>
                <c:pt idx="38">
                  <c:v>5.0990000000000002</c:v>
                </c:pt>
                <c:pt idx="39">
                  <c:v>5.0789999999999997</c:v>
                </c:pt>
                <c:pt idx="40">
                  <c:v>5.1449999999999996</c:v>
                </c:pt>
                <c:pt idx="41">
                  <c:v>5.2320000000000002</c:v>
                </c:pt>
                <c:pt idx="42">
                  <c:v>5.22</c:v>
                </c:pt>
                <c:pt idx="43">
                  <c:v>5.2229999999999999</c:v>
                </c:pt>
                <c:pt idx="44">
                  <c:v>5.1950000000000003</c:v>
                </c:pt>
                <c:pt idx="45">
                  <c:v>5.202</c:v>
                </c:pt>
                <c:pt idx="46">
                  <c:v>5.2519999999999998</c:v>
                </c:pt>
                <c:pt idx="47">
                  <c:v>5.258</c:v>
                </c:pt>
                <c:pt idx="48">
                  <c:v>5.2850000000000001</c:v>
                </c:pt>
                <c:pt idx="49">
                  <c:v>5.8940000000000001</c:v>
                </c:pt>
                <c:pt idx="50">
                  <c:v>5.8719999999999999</c:v>
                </c:pt>
                <c:pt idx="51">
                  <c:v>5.8609999999999998</c:v>
                </c:pt>
                <c:pt idx="52">
                  <c:v>5.8879999999999999</c:v>
                </c:pt>
                <c:pt idx="53">
                  <c:v>5.8789999999999996</c:v>
                </c:pt>
                <c:pt idx="54">
                  <c:v>5.92</c:v>
                </c:pt>
                <c:pt idx="55">
                  <c:v>5.9219999999999997</c:v>
                </c:pt>
                <c:pt idx="56">
                  <c:v>5.359</c:v>
                </c:pt>
                <c:pt idx="57">
                  <c:v>5.33</c:v>
                </c:pt>
                <c:pt idx="58">
                  <c:v>5.23</c:v>
                </c:pt>
                <c:pt idx="59">
                  <c:v>5.3410000000000002</c:v>
                </c:pt>
                <c:pt idx="60">
                  <c:v>5.2969999999999997</c:v>
                </c:pt>
                <c:pt idx="61">
                  <c:v>5.3559999999999999</c:v>
                </c:pt>
                <c:pt idx="62">
                  <c:v>5.4139999999999997</c:v>
                </c:pt>
                <c:pt idx="63">
                  <c:v>5.0990000000000002</c:v>
                </c:pt>
                <c:pt idx="64">
                  <c:v>5.3360000000000003</c:v>
                </c:pt>
                <c:pt idx="65">
                  <c:v>5.0579999999999998</c:v>
                </c:pt>
                <c:pt idx="66">
                  <c:v>5.1760000000000002</c:v>
                </c:pt>
                <c:pt idx="67">
                  <c:v>5.101</c:v>
                </c:pt>
                <c:pt idx="68">
                  <c:v>5.2080000000000002</c:v>
                </c:pt>
                <c:pt idx="69">
                  <c:v>5.2569999999999997</c:v>
                </c:pt>
                <c:pt idx="70">
                  <c:v>6.0380000000000003</c:v>
                </c:pt>
                <c:pt idx="71">
                  <c:v>6.0819999999999999</c:v>
                </c:pt>
                <c:pt idx="72">
                  <c:v>6.0579999999999998</c:v>
                </c:pt>
                <c:pt idx="73">
                  <c:v>6.125</c:v>
                </c:pt>
                <c:pt idx="74">
                  <c:v>6.1029999999999998</c:v>
                </c:pt>
                <c:pt idx="75">
                  <c:v>6.1079999999999997</c:v>
                </c:pt>
                <c:pt idx="76">
                  <c:v>5.8250000000000002</c:v>
                </c:pt>
                <c:pt idx="77">
                  <c:v>5.8419999999999996</c:v>
                </c:pt>
                <c:pt idx="78">
                  <c:v>5.7990000000000004</c:v>
                </c:pt>
                <c:pt idx="79">
                  <c:v>5.8570000000000002</c:v>
                </c:pt>
                <c:pt idx="80">
                  <c:v>5.798</c:v>
                </c:pt>
                <c:pt idx="81">
                  <c:v>5.9009999999999998</c:v>
                </c:pt>
                <c:pt idx="82">
                  <c:v>5.8659999999999997</c:v>
                </c:pt>
                <c:pt idx="83">
                  <c:v>5.5209999999999999</c:v>
                </c:pt>
                <c:pt idx="84">
                  <c:v>5.7320000000000002</c:v>
                </c:pt>
                <c:pt idx="85">
                  <c:v>5.399</c:v>
                </c:pt>
                <c:pt idx="86">
                  <c:v>5.4059999999999997</c:v>
                </c:pt>
                <c:pt idx="87">
                  <c:v>5.47</c:v>
                </c:pt>
                <c:pt idx="88">
                  <c:v>5.5579999999999998</c:v>
                </c:pt>
                <c:pt idx="89">
                  <c:v>5.6950000000000003</c:v>
                </c:pt>
                <c:pt idx="90">
                  <c:v>5.1769999999999996</c:v>
                </c:pt>
                <c:pt idx="91">
                  <c:v>5.1230000000000002</c:v>
                </c:pt>
                <c:pt idx="92">
                  <c:v>5.4219999999999997</c:v>
                </c:pt>
                <c:pt idx="93">
                  <c:v>5.4939999999999998</c:v>
                </c:pt>
                <c:pt idx="94">
                  <c:v>5.1689999999999996</c:v>
                </c:pt>
                <c:pt idx="95">
                  <c:v>5.3780000000000001</c:v>
                </c:pt>
                <c:pt idx="96">
                  <c:v>5.31</c:v>
                </c:pt>
                <c:pt idx="97">
                  <c:v>5.3140000000000001</c:v>
                </c:pt>
                <c:pt idx="98">
                  <c:v>5.2729999999999997</c:v>
                </c:pt>
                <c:pt idx="99">
                  <c:v>5.2839999999999998</c:v>
                </c:pt>
                <c:pt idx="100">
                  <c:v>5.2949999999999999</c:v>
                </c:pt>
                <c:pt idx="101">
                  <c:v>5.3760000000000003</c:v>
                </c:pt>
                <c:pt idx="102">
                  <c:v>5.476</c:v>
                </c:pt>
                <c:pt idx="103">
                  <c:v>5.367</c:v>
                </c:pt>
                <c:pt idx="104">
                  <c:v>5.4740000000000002</c:v>
                </c:pt>
                <c:pt idx="105">
                  <c:v>5.343</c:v>
                </c:pt>
                <c:pt idx="106">
                  <c:v>5.3540000000000001</c:v>
                </c:pt>
                <c:pt idx="107">
                  <c:v>5.3929999999999998</c:v>
                </c:pt>
                <c:pt idx="108">
                  <c:v>5.4429999999999996</c:v>
                </c:pt>
                <c:pt idx="109">
                  <c:v>5.5549999999999997</c:v>
                </c:pt>
                <c:pt idx="110">
                  <c:v>6.008</c:v>
                </c:pt>
                <c:pt idx="111">
                  <c:v>6.0720000000000001</c:v>
                </c:pt>
                <c:pt idx="112">
                  <c:v>5.9960000000000004</c:v>
                </c:pt>
                <c:pt idx="113">
                  <c:v>6.016</c:v>
                </c:pt>
                <c:pt idx="114">
                  <c:v>6.04</c:v>
                </c:pt>
                <c:pt idx="115">
                  <c:v>6.1130000000000004</c:v>
                </c:pt>
                <c:pt idx="116">
                  <c:v>5.2039999999999997</c:v>
                </c:pt>
                <c:pt idx="117">
                  <c:v>5.1749999999999998</c:v>
                </c:pt>
                <c:pt idx="118">
                  <c:v>5.0860000000000003</c:v>
                </c:pt>
                <c:pt idx="119">
                  <c:v>5.2050000000000001</c:v>
                </c:pt>
                <c:pt idx="120">
                  <c:v>5.2080000000000002</c:v>
                </c:pt>
                <c:pt idx="121">
                  <c:v>5.2530000000000001</c:v>
                </c:pt>
                <c:pt idx="122">
                  <c:v>5.2910000000000004</c:v>
                </c:pt>
                <c:pt idx="123">
                  <c:v>4.9989999999999997</c:v>
                </c:pt>
                <c:pt idx="124">
                  <c:v>5.3760000000000003</c:v>
                </c:pt>
                <c:pt idx="125">
                  <c:v>5.0830000000000002</c:v>
                </c:pt>
                <c:pt idx="126">
                  <c:v>5.0419999999999998</c:v>
                </c:pt>
                <c:pt idx="127">
                  <c:v>5.1669999999999998</c:v>
                </c:pt>
                <c:pt idx="128">
                  <c:v>5.1070000000000002</c:v>
                </c:pt>
                <c:pt idx="129">
                  <c:v>5.0830000000000002</c:v>
                </c:pt>
                <c:pt idx="130">
                  <c:v>5.3680000000000003</c:v>
                </c:pt>
                <c:pt idx="131">
                  <c:v>5.5030000000000001</c:v>
                </c:pt>
                <c:pt idx="132">
                  <c:v>5.4669999999999996</c:v>
                </c:pt>
                <c:pt idx="133">
                  <c:v>5.4930000000000003</c:v>
                </c:pt>
                <c:pt idx="134">
                  <c:v>5.5679999999999996</c:v>
                </c:pt>
                <c:pt idx="135">
                  <c:v>5.609</c:v>
                </c:pt>
                <c:pt idx="136">
                  <c:v>6.4279999999999999</c:v>
                </c:pt>
                <c:pt idx="137">
                  <c:v>6.367</c:v>
                </c:pt>
                <c:pt idx="138">
                  <c:v>6.4660000000000002</c:v>
                </c:pt>
                <c:pt idx="139">
                  <c:v>6.4470000000000001</c:v>
                </c:pt>
                <c:pt idx="140">
                  <c:v>6.4089999999999998</c:v>
                </c:pt>
                <c:pt idx="141">
                  <c:v>6.4630000000000001</c:v>
                </c:pt>
                <c:pt idx="142">
                  <c:v>6.5510000000000002</c:v>
                </c:pt>
                <c:pt idx="143">
                  <c:v>4.8760000000000003</c:v>
                </c:pt>
                <c:pt idx="144">
                  <c:v>5.0990000000000002</c:v>
                </c:pt>
                <c:pt idx="145">
                  <c:v>5.0309999999999997</c:v>
                </c:pt>
                <c:pt idx="146">
                  <c:v>4.7549999999999999</c:v>
                </c:pt>
                <c:pt idx="147">
                  <c:v>4.8789999999999996</c:v>
                </c:pt>
                <c:pt idx="148">
                  <c:v>4.8179999999999996</c:v>
                </c:pt>
                <c:pt idx="149">
                  <c:v>4.867</c:v>
                </c:pt>
                <c:pt idx="150">
                  <c:v>5.6079999999999997</c:v>
                </c:pt>
                <c:pt idx="151">
                  <c:v>5.5419999999999998</c:v>
                </c:pt>
                <c:pt idx="152">
                  <c:v>5.8109999999999999</c:v>
                </c:pt>
                <c:pt idx="153">
                  <c:v>5.8079999999999998</c:v>
                </c:pt>
                <c:pt idx="154">
                  <c:v>5.84</c:v>
                </c:pt>
                <c:pt idx="155">
                  <c:v>5.9630000000000001</c:v>
                </c:pt>
                <c:pt idx="156">
                  <c:v>5.21</c:v>
                </c:pt>
                <c:pt idx="157">
                  <c:v>5.149</c:v>
                </c:pt>
                <c:pt idx="158">
                  <c:v>5.1870000000000003</c:v>
                </c:pt>
                <c:pt idx="159">
                  <c:v>5.1740000000000004</c:v>
                </c:pt>
                <c:pt idx="160">
                  <c:v>5.18</c:v>
                </c:pt>
                <c:pt idx="161">
                  <c:v>5.1479999999999997</c:v>
                </c:pt>
                <c:pt idx="162">
                  <c:v>5.2190000000000003</c:v>
                </c:pt>
                <c:pt idx="163">
                  <c:v>5.3789999999999996</c:v>
                </c:pt>
                <c:pt idx="164">
                  <c:v>5.5659999999999998</c:v>
                </c:pt>
                <c:pt idx="165">
                  <c:v>5.4089999999999998</c:v>
                </c:pt>
                <c:pt idx="166">
                  <c:v>5.3689999999999998</c:v>
                </c:pt>
                <c:pt idx="167">
                  <c:v>5.3760000000000003</c:v>
                </c:pt>
                <c:pt idx="168">
                  <c:v>5.4240000000000004</c:v>
                </c:pt>
                <c:pt idx="169">
                  <c:v>5.4109999999999996</c:v>
                </c:pt>
                <c:pt idx="170">
                  <c:v>6.0190000000000001</c:v>
                </c:pt>
                <c:pt idx="171">
                  <c:v>6.22</c:v>
                </c:pt>
                <c:pt idx="172">
                  <c:v>6.1260000000000003</c:v>
                </c:pt>
                <c:pt idx="173">
                  <c:v>6.077</c:v>
                </c:pt>
                <c:pt idx="174">
                  <c:v>6.0350000000000001</c:v>
                </c:pt>
                <c:pt idx="175">
                  <c:v>6.2249999999999996</c:v>
                </c:pt>
                <c:pt idx="176">
                  <c:v>5.45</c:v>
                </c:pt>
                <c:pt idx="177">
                  <c:v>5.3259999999999996</c:v>
                </c:pt>
                <c:pt idx="178">
                  <c:v>5.3109999999999999</c:v>
                </c:pt>
                <c:pt idx="179">
                  <c:v>5.3410000000000002</c:v>
                </c:pt>
                <c:pt idx="180">
                  <c:v>5.3360000000000003</c:v>
                </c:pt>
                <c:pt idx="181">
                  <c:v>5.3650000000000002</c:v>
                </c:pt>
                <c:pt idx="182">
                  <c:v>5.41</c:v>
                </c:pt>
                <c:pt idx="183">
                  <c:v>5.5</c:v>
                </c:pt>
                <c:pt idx="184">
                  <c:v>5.7549999999999999</c:v>
                </c:pt>
                <c:pt idx="185">
                  <c:v>5.5419999999999998</c:v>
                </c:pt>
                <c:pt idx="186">
                  <c:v>5.52</c:v>
                </c:pt>
                <c:pt idx="187">
                  <c:v>5.5629999999999997</c:v>
                </c:pt>
                <c:pt idx="188">
                  <c:v>5.5860000000000003</c:v>
                </c:pt>
                <c:pt idx="189">
                  <c:v>5.59</c:v>
                </c:pt>
                <c:pt idx="190">
                  <c:v>6.0369999999999999</c:v>
                </c:pt>
                <c:pt idx="191">
                  <c:v>6.0609999999999999</c:v>
                </c:pt>
                <c:pt idx="192">
                  <c:v>6.0129999999999999</c:v>
                </c:pt>
                <c:pt idx="193">
                  <c:v>6.0369999999999999</c:v>
                </c:pt>
                <c:pt idx="194">
                  <c:v>6.008</c:v>
                </c:pt>
                <c:pt idx="195">
                  <c:v>6.1029999999999998</c:v>
                </c:pt>
                <c:pt idx="196">
                  <c:v>4.74</c:v>
                </c:pt>
                <c:pt idx="197">
                  <c:v>4.9939999999999998</c:v>
                </c:pt>
                <c:pt idx="198">
                  <c:v>4.78</c:v>
                </c:pt>
                <c:pt idx="199">
                  <c:v>5.2030000000000003</c:v>
                </c:pt>
                <c:pt idx="200">
                  <c:v>4.8440000000000003</c:v>
                </c:pt>
                <c:pt idx="201">
                  <c:v>4.88</c:v>
                </c:pt>
                <c:pt idx="202">
                  <c:v>4.9139999999999997</c:v>
                </c:pt>
                <c:pt idx="203">
                  <c:v>5.7080000000000002</c:v>
                </c:pt>
                <c:pt idx="204">
                  <c:v>5.89</c:v>
                </c:pt>
                <c:pt idx="205">
                  <c:v>5.6950000000000003</c:v>
                </c:pt>
                <c:pt idx="206">
                  <c:v>5.5940000000000003</c:v>
                </c:pt>
                <c:pt idx="207">
                  <c:v>5.6360000000000001</c:v>
                </c:pt>
                <c:pt idx="208">
                  <c:v>5.7569999999999997</c:v>
                </c:pt>
                <c:pt idx="209">
                  <c:v>5.6879999999999997</c:v>
                </c:pt>
                <c:pt idx="210">
                  <c:v>5.3109999999999999</c:v>
                </c:pt>
                <c:pt idx="211">
                  <c:v>5.3470000000000004</c:v>
                </c:pt>
                <c:pt idx="212">
                  <c:v>5.3360000000000003</c:v>
                </c:pt>
                <c:pt idx="213">
                  <c:v>5.3890000000000002</c:v>
                </c:pt>
                <c:pt idx="214">
                  <c:v>5.4390000000000001</c:v>
                </c:pt>
                <c:pt idx="215">
                  <c:v>5.5259999999999998</c:v>
                </c:pt>
                <c:pt idx="216">
                  <c:v>5.2619999999999996</c:v>
                </c:pt>
                <c:pt idx="217">
                  <c:v>5.2880000000000003</c:v>
                </c:pt>
                <c:pt idx="218">
                  <c:v>5.3159999999999998</c:v>
                </c:pt>
                <c:pt idx="219">
                  <c:v>5.2489999999999997</c:v>
                </c:pt>
                <c:pt idx="220">
                  <c:v>5.3140000000000001</c:v>
                </c:pt>
                <c:pt idx="221">
                  <c:v>5.3650000000000002</c:v>
                </c:pt>
                <c:pt idx="222">
                  <c:v>5.42</c:v>
                </c:pt>
                <c:pt idx="223">
                  <c:v>5.0540000000000003</c:v>
                </c:pt>
                <c:pt idx="224">
                  <c:v>5.226</c:v>
                </c:pt>
                <c:pt idx="225">
                  <c:v>5.1070000000000002</c:v>
                </c:pt>
                <c:pt idx="226">
                  <c:v>5.0759999999999996</c:v>
                </c:pt>
                <c:pt idx="227">
                  <c:v>5.085</c:v>
                </c:pt>
                <c:pt idx="228">
                  <c:v>5.14</c:v>
                </c:pt>
                <c:pt idx="229">
                  <c:v>5.1310000000000002</c:v>
                </c:pt>
                <c:pt idx="230">
                  <c:v>5.5650000000000004</c:v>
                </c:pt>
                <c:pt idx="231">
                  <c:v>5.6360000000000001</c:v>
                </c:pt>
                <c:pt idx="232">
                  <c:v>5.6559999999999997</c:v>
                </c:pt>
                <c:pt idx="233">
                  <c:v>5.6280000000000001</c:v>
                </c:pt>
                <c:pt idx="234">
                  <c:v>5.5830000000000002</c:v>
                </c:pt>
                <c:pt idx="235">
                  <c:v>5.8209999999999997</c:v>
                </c:pt>
                <c:pt idx="236">
                  <c:v>5.6639999999999997</c:v>
                </c:pt>
                <c:pt idx="237">
                  <c:v>5.609</c:v>
                </c:pt>
                <c:pt idx="238">
                  <c:v>5.6870000000000003</c:v>
                </c:pt>
                <c:pt idx="239">
                  <c:v>5.7030000000000003</c:v>
                </c:pt>
                <c:pt idx="240">
                  <c:v>5.6539999999999999</c:v>
                </c:pt>
                <c:pt idx="241">
                  <c:v>5.6890000000000001</c:v>
                </c:pt>
                <c:pt idx="242">
                  <c:v>5.774</c:v>
                </c:pt>
                <c:pt idx="243">
                  <c:v>5.9619999999999997</c:v>
                </c:pt>
                <c:pt idx="244">
                  <c:v>6.1310000000000002</c:v>
                </c:pt>
                <c:pt idx="245">
                  <c:v>5.89</c:v>
                </c:pt>
                <c:pt idx="246">
                  <c:v>5.8920000000000003</c:v>
                </c:pt>
                <c:pt idx="247">
                  <c:v>5.8710000000000004</c:v>
                </c:pt>
                <c:pt idx="248">
                  <c:v>5.8330000000000002</c:v>
                </c:pt>
                <c:pt idx="249">
                  <c:v>5.8460000000000001</c:v>
                </c:pt>
                <c:pt idx="250">
                  <c:v>5.6660000000000004</c:v>
                </c:pt>
                <c:pt idx="251">
                  <c:v>5.6890000000000001</c:v>
                </c:pt>
                <c:pt idx="252">
                  <c:v>5.7880000000000003</c:v>
                </c:pt>
                <c:pt idx="253">
                  <c:v>5.7110000000000003</c:v>
                </c:pt>
                <c:pt idx="254">
                  <c:v>5.5979999999999999</c:v>
                </c:pt>
                <c:pt idx="255">
                  <c:v>5.8380000000000001</c:v>
                </c:pt>
                <c:pt idx="256">
                  <c:v>4.9269999999999996</c:v>
                </c:pt>
                <c:pt idx="257">
                  <c:v>4.8070000000000004</c:v>
                </c:pt>
                <c:pt idx="258">
                  <c:v>4.7619999999999996</c:v>
                </c:pt>
                <c:pt idx="259">
                  <c:v>4.8440000000000003</c:v>
                </c:pt>
                <c:pt idx="260">
                  <c:v>4.875</c:v>
                </c:pt>
                <c:pt idx="261">
                  <c:v>4.9610000000000003</c:v>
                </c:pt>
                <c:pt idx="262">
                  <c:v>4.9809999999999999</c:v>
                </c:pt>
                <c:pt idx="263">
                  <c:v>5.2169999999999996</c:v>
                </c:pt>
                <c:pt idx="264">
                  <c:v>5.4889999999999999</c:v>
                </c:pt>
                <c:pt idx="265">
                  <c:v>5.1929999999999996</c:v>
                </c:pt>
                <c:pt idx="266">
                  <c:v>5.1980000000000004</c:v>
                </c:pt>
                <c:pt idx="267">
                  <c:v>5.2030000000000003</c:v>
                </c:pt>
                <c:pt idx="268">
                  <c:v>5.2510000000000003</c:v>
                </c:pt>
                <c:pt idx="269">
                  <c:v>5.2720000000000002</c:v>
                </c:pt>
                <c:pt idx="270">
                  <c:v>4.6059999999999999</c:v>
                </c:pt>
                <c:pt idx="271">
                  <c:v>4.7119999999999997</c:v>
                </c:pt>
                <c:pt idx="272">
                  <c:v>4.68</c:v>
                </c:pt>
                <c:pt idx="273">
                  <c:v>4.6829999999999998</c:v>
                </c:pt>
                <c:pt idx="274">
                  <c:v>4.6710000000000003</c:v>
                </c:pt>
                <c:pt idx="275">
                  <c:v>4.7039999999999997</c:v>
                </c:pt>
                <c:pt idx="276">
                  <c:v>5.5309999999999997</c:v>
                </c:pt>
                <c:pt idx="277">
                  <c:v>5.4160000000000004</c:v>
                </c:pt>
                <c:pt idx="278">
                  <c:v>5.3849999999999998</c:v>
                </c:pt>
                <c:pt idx="279">
                  <c:v>5.4139999999999997</c:v>
                </c:pt>
                <c:pt idx="280">
                  <c:v>5.4059999999999997</c:v>
                </c:pt>
                <c:pt idx="281">
                  <c:v>5.4480000000000004</c:v>
                </c:pt>
                <c:pt idx="282">
                  <c:v>5.4580000000000002</c:v>
                </c:pt>
                <c:pt idx="283">
                  <c:v>5.7670000000000003</c:v>
                </c:pt>
                <c:pt idx="284">
                  <c:v>5.9619999999999997</c:v>
                </c:pt>
                <c:pt idx="285">
                  <c:v>5.8330000000000002</c:v>
                </c:pt>
                <c:pt idx="286">
                  <c:v>5.9180000000000001</c:v>
                </c:pt>
                <c:pt idx="287">
                  <c:v>5.9729999999999999</c:v>
                </c:pt>
                <c:pt idx="288">
                  <c:v>5.9539999999999997</c:v>
                </c:pt>
                <c:pt idx="289">
                  <c:v>5.9740000000000002</c:v>
                </c:pt>
                <c:pt idx="290">
                  <c:v>3.1379999999999999</c:v>
                </c:pt>
                <c:pt idx="291">
                  <c:v>3.048</c:v>
                </c:pt>
                <c:pt idx="292">
                  <c:v>3.073</c:v>
                </c:pt>
                <c:pt idx="293">
                  <c:v>3.2109999999999999</c:v>
                </c:pt>
                <c:pt idx="294">
                  <c:v>3.0339999999999998</c:v>
                </c:pt>
                <c:pt idx="295">
                  <c:v>3.181</c:v>
                </c:pt>
                <c:pt idx="296">
                  <c:v>3.3260000000000001</c:v>
                </c:pt>
                <c:pt idx="297">
                  <c:v>3.585</c:v>
                </c:pt>
                <c:pt idx="298">
                  <c:v>3.484</c:v>
                </c:pt>
                <c:pt idx="299">
                  <c:v>3.891</c:v>
                </c:pt>
                <c:pt idx="300">
                  <c:v>4.2050000000000001</c:v>
                </c:pt>
                <c:pt idx="301">
                  <c:v>3.706</c:v>
                </c:pt>
                <c:pt idx="302">
                  <c:v>3.8260000000000001</c:v>
                </c:pt>
                <c:pt idx="303">
                  <c:v>3.7050000000000001</c:v>
                </c:pt>
                <c:pt idx="304">
                  <c:v>4.282</c:v>
                </c:pt>
                <c:pt idx="305">
                  <c:v>4.1870000000000003</c:v>
                </c:pt>
                <c:pt idx="306">
                  <c:v>4.2130000000000001</c:v>
                </c:pt>
                <c:pt idx="307">
                  <c:v>4.28</c:v>
                </c:pt>
                <c:pt idx="308">
                  <c:v>4.2</c:v>
                </c:pt>
                <c:pt idx="309">
                  <c:v>4.2</c:v>
                </c:pt>
                <c:pt idx="310">
                  <c:v>4.1609999999999996</c:v>
                </c:pt>
                <c:pt idx="311">
                  <c:v>3.1779999999999999</c:v>
                </c:pt>
                <c:pt idx="312">
                  <c:v>3.07</c:v>
                </c:pt>
                <c:pt idx="313">
                  <c:v>3.117</c:v>
                </c:pt>
                <c:pt idx="314">
                  <c:v>3.6349999999999998</c:v>
                </c:pt>
                <c:pt idx="315">
                  <c:v>3.5950000000000002</c:v>
                </c:pt>
                <c:pt idx="316">
                  <c:v>3.1619999999999999</c:v>
                </c:pt>
                <c:pt idx="317">
                  <c:v>3.1480000000000001</c:v>
                </c:pt>
                <c:pt idx="318">
                  <c:v>3.3410000000000002</c:v>
                </c:pt>
                <c:pt idx="319">
                  <c:v>3.29</c:v>
                </c:pt>
                <c:pt idx="320">
                  <c:v>3.3559999999999999</c:v>
                </c:pt>
                <c:pt idx="321">
                  <c:v>3.4089999999999998</c:v>
                </c:pt>
                <c:pt idx="322">
                  <c:v>3.327</c:v>
                </c:pt>
                <c:pt idx="323">
                  <c:v>3.431</c:v>
                </c:pt>
                <c:pt idx="324">
                  <c:v>3.5350000000000001</c:v>
                </c:pt>
                <c:pt idx="325">
                  <c:v>2.58</c:v>
                </c:pt>
                <c:pt idx="326">
                  <c:v>3.1709999999999998</c:v>
                </c:pt>
                <c:pt idx="327">
                  <c:v>3.1040000000000001</c:v>
                </c:pt>
                <c:pt idx="328">
                  <c:v>3.335</c:v>
                </c:pt>
                <c:pt idx="329">
                  <c:v>3.2160000000000002</c:v>
                </c:pt>
                <c:pt idx="330">
                  <c:v>3.4359999999999999</c:v>
                </c:pt>
                <c:pt idx="331">
                  <c:v>3.335</c:v>
                </c:pt>
                <c:pt idx="332">
                  <c:v>3.472</c:v>
                </c:pt>
                <c:pt idx="333">
                  <c:v>3.43</c:v>
                </c:pt>
                <c:pt idx="334">
                  <c:v>3.4950000000000001</c:v>
                </c:pt>
                <c:pt idx="335">
                  <c:v>3.617</c:v>
                </c:pt>
                <c:pt idx="336">
                  <c:v>3.5430000000000001</c:v>
                </c:pt>
                <c:pt idx="337">
                  <c:v>3.62</c:v>
                </c:pt>
                <c:pt idx="338">
                  <c:v>3.6280000000000001</c:v>
                </c:pt>
                <c:pt idx="339">
                  <c:v>4.2489999999999997</c:v>
                </c:pt>
                <c:pt idx="340">
                  <c:v>4.0389999999999997</c:v>
                </c:pt>
                <c:pt idx="341">
                  <c:v>4.024</c:v>
                </c:pt>
                <c:pt idx="342">
                  <c:v>4.2190000000000003</c:v>
                </c:pt>
                <c:pt idx="343">
                  <c:v>4.1920000000000002</c:v>
                </c:pt>
                <c:pt idx="344">
                  <c:v>4.4390000000000001</c:v>
                </c:pt>
                <c:pt idx="345">
                  <c:v>4.4340000000000002</c:v>
                </c:pt>
                <c:pt idx="346">
                  <c:v>3.9430000000000001</c:v>
                </c:pt>
                <c:pt idx="347">
                  <c:v>4.008</c:v>
                </c:pt>
                <c:pt idx="348">
                  <c:v>4.0309999999999997</c:v>
                </c:pt>
                <c:pt idx="349">
                  <c:v>4.1159999999999997</c:v>
                </c:pt>
                <c:pt idx="350">
                  <c:v>4.1399999999999997</c:v>
                </c:pt>
                <c:pt idx="351">
                  <c:v>4.1870000000000003</c:v>
                </c:pt>
                <c:pt idx="352">
                  <c:v>4.2039999999999997</c:v>
                </c:pt>
                <c:pt idx="353">
                  <c:v>3.6230000000000002</c:v>
                </c:pt>
                <c:pt idx="354">
                  <c:v>3.625</c:v>
                </c:pt>
                <c:pt idx="355">
                  <c:v>3.5950000000000002</c:v>
                </c:pt>
                <c:pt idx="356">
                  <c:v>3.53</c:v>
                </c:pt>
                <c:pt idx="357">
                  <c:v>3.7229999999999999</c:v>
                </c:pt>
                <c:pt idx="358">
                  <c:v>3.6890000000000001</c:v>
                </c:pt>
                <c:pt idx="359">
                  <c:v>3.677</c:v>
                </c:pt>
                <c:pt idx="360">
                  <c:v>4.1020000000000003</c:v>
                </c:pt>
                <c:pt idx="361">
                  <c:v>4.0129999999999999</c:v>
                </c:pt>
                <c:pt idx="362">
                  <c:v>4.2370000000000001</c:v>
                </c:pt>
                <c:pt idx="363">
                  <c:v>4.12</c:v>
                </c:pt>
                <c:pt idx="364">
                  <c:v>4.0460000000000003</c:v>
                </c:pt>
                <c:pt idx="365">
                  <c:v>3.8170000000000002</c:v>
                </c:pt>
                <c:pt idx="366">
                  <c:v>4.3520000000000003</c:v>
                </c:pt>
                <c:pt idx="367">
                  <c:v>4.3520000000000003</c:v>
                </c:pt>
                <c:pt idx="368">
                  <c:v>4.2939999999999996</c:v>
                </c:pt>
                <c:pt idx="369">
                  <c:v>4.8499999999999996</c:v>
                </c:pt>
                <c:pt idx="370">
                  <c:v>4.4640000000000004</c:v>
                </c:pt>
                <c:pt idx="371">
                  <c:v>4.3719999999999999</c:v>
                </c:pt>
                <c:pt idx="372">
                  <c:v>4.6719999999999997</c:v>
                </c:pt>
                <c:pt idx="373">
                  <c:v>3.8410000000000002</c:v>
                </c:pt>
                <c:pt idx="374">
                  <c:v>3.94</c:v>
                </c:pt>
                <c:pt idx="375">
                  <c:v>3.8559999999999999</c:v>
                </c:pt>
                <c:pt idx="376">
                  <c:v>3.9620000000000002</c:v>
                </c:pt>
                <c:pt idx="377">
                  <c:v>3.9529999999999998</c:v>
                </c:pt>
                <c:pt idx="378">
                  <c:v>3.911</c:v>
                </c:pt>
                <c:pt idx="379">
                  <c:v>3.7930000000000001</c:v>
                </c:pt>
                <c:pt idx="380">
                  <c:v>2.8490000000000002</c:v>
                </c:pt>
                <c:pt idx="381">
                  <c:v>3.0350000000000001</c:v>
                </c:pt>
                <c:pt idx="382">
                  <c:v>2.9289999999999998</c:v>
                </c:pt>
                <c:pt idx="383">
                  <c:v>2.835</c:v>
                </c:pt>
                <c:pt idx="384">
                  <c:v>2.9159999999999999</c:v>
                </c:pt>
                <c:pt idx="385">
                  <c:v>3.1389999999999998</c:v>
                </c:pt>
                <c:pt idx="386">
                  <c:v>3.4620000000000002</c:v>
                </c:pt>
                <c:pt idx="387">
                  <c:v>3.3370000000000002</c:v>
                </c:pt>
                <c:pt idx="388">
                  <c:v>3.6720000000000002</c:v>
                </c:pt>
                <c:pt idx="389">
                  <c:v>3.7850000000000001</c:v>
                </c:pt>
                <c:pt idx="390">
                  <c:v>3.569</c:v>
                </c:pt>
                <c:pt idx="391">
                  <c:v>3.4630000000000001</c:v>
                </c:pt>
                <c:pt idx="392">
                  <c:v>3.6989999999999998</c:v>
                </c:pt>
                <c:pt idx="393">
                  <c:v>3.54</c:v>
                </c:pt>
                <c:pt idx="394">
                  <c:v>3.7839999999999998</c:v>
                </c:pt>
                <c:pt idx="395">
                  <c:v>3.6840000000000002</c:v>
                </c:pt>
                <c:pt idx="396">
                  <c:v>3.4359999999999999</c:v>
                </c:pt>
                <c:pt idx="397">
                  <c:v>3.4460000000000002</c:v>
                </c:pt>
                <c:pt idx="398">
                  <c:v>3.4540000000000002</c:v>
                </c:pt>
                <c:pt idx="399">
                  <c:v>3.5419999999999998</c:v>
                </c:pt>
                <c:pt idx="400">
                  <c:v>3.9990000000000001</c:v>
                </c:pt>
                <c:pt idx="401">
                  <c:v>3.9580000000000002</c:v>
                </c:pt>
                <c:pt idx="402">
                  <c:v>4.07</c:v>
                </c:pt>
                <c:pt idx="403">
                  <c:v>4.0789999999999997</c:v>
                </c:pt>
                <c:pt idx="404">
                  <c:v>4.093</c:v>
                </c:pt>
                <c:pt idx="405">
                  <c:v>3.931</c:v>
                </c:pt>
                <c:pt idx="406">
                  <c:v>3.2509999999999999</c:v>
                </c:pt>
                <c:pt idx="407">
                  <c:v>3.0870000000000002</c:v>
                </c:pt>
                <c:pt idx="408">
                  <c:v>3.2050000000000001</c:v>
                </c:pt>
                <c:pt idx="409">
                  <c:v>3.343</c:v>
                </c:pt>
                <c:pt idx="410">
                  <c:v>3.0680000000000001</c:v>
                </c:pt>
                <c:pt idx="411">
                  <c:v>3.3039999999999998</c:v>
                </c:pt>
                <c:pt idx="412">
                  <c:v>3.62</c:v>
                </c:pt>
                <c:pt idx="413">
                  <c:v>3.097</c:v>
                </c:pt>
                <c:pt idx="414">
                  <c:v>3.202</c:v>
                </c:pt>
                <c:pt idx="415">
                  <c:v>3.27</c:v>
                </c:pt>
                <c:pt idx="416">
                  <c:v>3.2770000000000001</c:v>
                </c:pt>
                <c:pt idx="417">
                  <c:v>3.2759999999999998</c:v>
                </c:pt>
                <c:pt idx="418">
                  <c:v>3.302</c:v>
                </c:pt>
                <c:pt idx="419">
                  <c:v>3.3929999999999998</c:v>
                </c:pt>
                <c:pt idx="420">
                  <c:v>3.78</c:v>
                </c:pt>
                <c:pt idx="421">
                  <c:v>3.8540000000000001</c:v>
                </c:pt>
                <c:pt idx="422">
                  <c:v>3.8959999999999999</c:v>
                </c:pt>
                <c:pt idx="423">
                  <c:v>3.9550000000000001</c:v>
                </c:pt>
                <c:pt idx="424">
                  <c:v>3.9489999999999998</c:v>
                </c:pt>
                <c:pt idx="425">
                  <c:v>4.0069999999999997</c:v>
                </c:pt>
                <c:pt idx="426">
                  <c:v>4.7359999999999998</c:v>
                </c:pt>
                <c:pt idx="427">
                  <c:v>4.5810000000000004</c:v>
                </c:pt>
                <c:pt idx="428">
                  <c:v>4.6180000000000003</c:v>
                </c:pt>
                <c:pt idx="429">
                  <c:v>4.6260000000000003</c:v>
                </c:pt>
                <c:pt idx="430">
                  <c:v>4.5460000000000003</c:v>
                </c:pt>
                <c:pt idx="431">
                  <c:v>4.6500000000000004</c:v>
                </c:pt>
                <c:pt idx="432">
                  <c:v>4.625</c:v>
                </c:pt>
                <c:pt idx="433">
                  <c:v>3.157</c:v>
                </c:pt>
                <c:pt idx="434">
                  <c:v>3.1259999999999999</c:v>
                </c:pt>
                <c:pt idx="435">
                  <c:v>3.13</c:v>
                </c:pt>
                <c:pt idx="436">
                  <c:v>3.2210000000000001</c:v>
                </c:pt>
                <c:pt idx="437">
                  <c:v>3.181</c:v>
                </c:pt>
                <c:pt idx="438">
                  <c:v>3.2469999999999999</c:v>
                </c:pt>
                <c:pt idx="439">
                  <c:v>3.3290000000000002</c:v>
                </c:pt>
                <c:pt idx="440">
                  <c:v>3.1640000000000001</c:v>
                </c:pt>
                <c:pt idx="441">
                  <c:v>3.3260000000000001</c:v>
                </c:pt>
                <c:pt idx="442">
                  <c:v>3.3090000000000002</c:v>
                </c:pt>
                <c:pt idx="443">
                  <c:v>3.2440000000000002</c:v>
                </c:pt>
                <c:pt idx="444">
                  <c:v>3.274</c:v>
                </c:pt>
                <c:pt idx="445">
                  <c:v>3.6789999999999998</c:v>
                </c:pt>
                <c:pt idx="446">
                  <c:v>3.5979999999999999</c:v>
                </c:pt>
                <c:pt idx="447">
                  <c:v>3.6480000000000001</c:v>
                </c:pt>
                <c:pt idx="448">
                  <c:v>4.0250000000000004</c:v>
                </c:pt>
                <c:pt idx="449">
                  <c:v>3.6259999999999999</c:v>
                </c:pt>
                <c:pt idx="450">
                  <c:v>3.649</c:v>
                </c:pt>
                <c:pt idx="451">
                  <c:v>3.9620000000000002</c:v>
                </c:pt>
                <c:pt idx="452">
                  <c:v>3.976</c:v>
                </c:pt>
                <c:pt idx="453">
                  <c:v>3.1739999999999999</c:v>
                </c:pt>
                <c:pt idx="454">
                  <c:v>3.3039999999999998</c:v>
                </c:pt>
                <c:pt idx="455">
                  <c:v>3.552</c:v>
                </c:pt>
                <c:pt idx="456">
                  <c:v>3.4710000000000001</c:v>
                </c:pt>
                <c:pt idx="457">
                  <c:v>3.6829999999999998</c:v>
                </c:pt>
                <c:pt idx="458">
                  <c:v>3.4390000000000001</c:v>
                </c:pt>
                <c:pt idx="459">
                  <c:v>3.2509999999999999</c:v>
                </c:pt>
                <c:pt idx="460">
                  <c:v>3.964</c:v>
                </c:pt>
                <c:pt idx="461">
                  <c:v>4.3540000000000001</c:v>
                </c:pt>
                <c:pt idx="462">
                  <c:v>4.3179999999999996</c:v>
                </c:pt>
                <c:pt idx="463">
                  <c:v>4.1890000000000001</c:v>
                </c:pt>
                <c:pt idx="464">
                  <c:v>4.41</c:v>
                </c:pt>
                <c:pt idx="465">
                  <c:v>4.2690000000000001</c:v>
                </c:pt>
                <c:pt idx="466">
                  <c:v>3.3130000000000002</c:v>
                </c:pt>
                <c:pt idx="467">
                  <c:v>3.2850000000000001</c:v>
                </c:pt>
                <c:pt idx="468">
                  <c:v>3.3090000000000002</c:v>
                </c:pt>
                <c:pt idx="469">
                  <c:v>3.444</c:v>
                </c:pt>
                <c:pt idx="470">
                  <c:v>3.4340000000000002</c:v>
                </c:pt>
                <c:pt idx="471">
                  <c:v>3.4390000000000001</c:v>
                </c:pt>
                <c:pt idx="472">
                  <c:v>3.4750000000000001</c:v>
                </c:pt>
                <c:pt idx="473">
                  <c:v>3.827</c:v>
                </c:pt>
                <c:pt idx="474">
                  <c:v>3.6909999999999998</c:v>
                </c:pt>
                <c:pt idx="475">
                  <c:v>3.6379999999999999</c:v>
                </c:pt>
                <c:pt idx="476">
                  <c:v>3.6179999999999999</c:v>
                </c:pt>
                <c:pt idx="477">
                  <c:v>3.6419999999999999</c:v>
                </c:pt>
                <c:pt idx="478">
                  <c:v>3.6720000000000002</c:v>
                </c:pt>
                <c:pt idx="479">
                  <c:v>3.746</c:v>
                </c:pt>
                <c:pt idx="480">
                  <c:v>4.0880000000000001</c:v>
                </c:pt>
                <c:pt idx="481">
                  <c:v>4.0940000000000003</c:v>
                </c:pt>
                <c:pt idx="482">
                  <c:v>4.165</c:v>
                </c:pt>
                <c:pt idx="483">
                  <c:v>4.141</c:v>
                </c:pt>
                <c:pt idx="484">
                  <c:v>4.1550000000000002</c:v>
                </c:pt>
                <c:pt idx="485">
                  <c:v>4.2439999999999998</c:v>
                </c:pt>
                <c:pt idx="486">
                  <c:v>3.1269999999999998</c:v>
                </c:pt>
                <c:pt idx="487">
                  <c:v>3.1589999999999998</c:v>
                </c:pt>
                <c:pt idx="488">
                  <c:v>3.2509999999999999</c:v>
                </c:pt>
                <c:pt idx="489">
                  <c:v>3.3690000000000002</c:v>
                </c:pt>
                <c:pt idx="490">
                  <c:v>3.3570000000000002</c:v>
                </c:pt>
                <c:pt idx="491">
                  <c:v>3.5030000000000001</c:v>
                </c:pt>
                <c:pt idx="492">
                  <c:v>3.3610000000000002</c:v>
                </c:pt>
                <c:pt idx="493">
                  <c:v>4.6349999999999998</c:v>
                </c:pt>
                <c:pt idx="494">
                  <c:v>4.5979999999999999</c:v>
                </c:pt>
                <c:pt idx="495">
                  <c:v>4.4580000000000002</c:v>
                </c:pt>
                <c:pt idx="496">
                  <c:v>4.4020000000000001</c:v>
                </c:pt>
                <c:pt idx="497">
                  <c:v>4.4379999999999997</c:v>
                </c:pt>
                <c:pt idx="498">
                  <c:v>4.6040000000000001</c:v>
                </c:pt>
                <c:pt idx="499">
                  <c:v>4.4880000000000004</c:v>
                </c:pt>
                <c:pt idx="500">
                  <c:v>3.544</c:v>
                </c:pt>
                <c:pt idx="501">
                  <c:v>3.76</c:v>
                </c:pt>
                <c:pt idx="502">
                  <c:v>3.74</c:v>
                </c:pt>
                <c:pt idx="503">
                  <c:v>3.6280000000000001</c:v>
                </c:pt>
                <c:pt idx="504">
                  <c:v>3.81</c:v>
                </c:pt>
                <c:pt idx="505">
                  <c:v>4.0730000000000004</c:v>
                </c:pt>
                <c:pt idx="506">
                  <c:v>3.625</c:v>
                </c:pt>
                <c:pt idx="507">
                  <c:v>3.5870000000000002</c:v>
                </c:pt>
                <c:pt idx="508">
                  <c:v>3.5419999999999998</c:v>
                </c:pt>
                <c:pt idx="509">
                  <c:v>3.7589999999999999</c:v>
                </c:pt>
                <c:pt idx="510">
                  <c:v>3.7450000000000001</c:v>
                </c:pt>
                <c:pt idx="511">
                  <c:v>3.9119999999999999</c:v>
                </c:pt>
                <c:pt idx="512">
                  <c:v>4.03</c:v>
                </c:pt>
                <c:pt idx="513">
                  <c:v>3.71</c:v>
                </c:pt>
                <c:pt idx="514">
                  <c:v>3.694</c:v>
                </c:pt>
                <c:pt idx="515">
                  <c:v>3.669</c:v>
                </c:pt>
                <c:pt idx="516">
                  <c:v>3.806</c:v>
                </c:pt>
                <c:pt idx="517">
                  <c:v>3.8359999999999999</c:v>
                </c:pt>
                <c:pt idx="518">
                  <c:v>4.1840000000000002</c:v>
                </c:pt>
                <c:pt idx="519">
                  <c:v>4.3330000000000002</c:v>
                </c:pt>
                <c:pt idx="520">
                  <c:v>4.5709999999999997</c:v>
                </c:pt>
                <c:pt idx="521">
                  <c:v>3.9380000000000002</c:v>
                </c:pt>
                <c:pt idx="522">
                  <c:v>4.657</c:v>
                </c:pt>
                <c:pt idx="523">
                  <c:v>3.8959999999999999</c:v>
                </c:pt>
                <c:pt idx="524">
                  <c:v>3.9140000000000001</c:v>
                </c:pt>
                <c:pt idx="525">
                  <c:v>3.92</c:v>
                </c:pt>
                <c:pt idx="526">
                  <c:v>4.2809999999999997</c:v>
                </c:pt>
                <c:pt idx="527">
                  <c:v>4.0469999999999997</c:v>
                </c:pt>
                <c:pt idx="528">
                  <c:v>4.1059999999999999</c:v>
                </c:pt>
                <c:pt idx="529">
                  <c:v>3.976</c:v>
                </c:pt>
                <c:pt idx="530">
                  <c:v>3.952</c:v>
                </c:pt>
                <c:pt idx="531">
                  <c:v>4.0110000000000001</c:v>
                </c:pt>
                <c:pt idx="532">
                  <c:v>4.0199999999999996</c:v>
                </c:pt>
                <c:pt idx="533">
                  <c:v>4.4720000000000004</c:v>
                </c:pt>
                <c:pt idx="534">
                  <c:v>4.7619999999999996</c:v>
                </c:pt>
                <c:pt idx="535">
                  <c:v>4.5709999999999997</c:v>
                </c:pt>
                <c:pt idx="536">
                  <c:v>4.33</c:v>
                </c:pt>
                <c:pt idx="537">
                  <c:v>4.4240000000000004</c:v>
                </c:pt>
                <c:pt idx="538">
                  <c:v>4.5039999999999996</c:v>
                </c:pt>
                <c:pt idx="539">
                  <c:v>4.4950000000000001</c:v>
                </c:pt>
                <c:pt idx="540">
                  <c:v>4.649</c:v>
                </c:pt>
                <c:pt idx="541">
                  <c:v>4.7359999999999998</c:v>
                </c:pt>
                <c:pt idx="542">
                  <c:v>4.3899999999999997</c:v>
                </c:pt>
                <c:pt idx="543">
                  <c:v>4.7110000000000003</c:v>
                </c:pt>
                <c:pt idx="544">
                  <c:v>4.7859999999999996</c:v>
                </c:pt>
                <c:pt idx="545">
                  <c:v>4.5709999999999997</c:v>
                </c:pt>
                <c:pt idx="546">
                  <c:v>3.762</c:v>
                </c:pt>
                <c:pt idx="547">
                  <c:v>3.52</c:v>
                </c:pt>
                <c:pt idx="548">
                  <c:v>3.6480000000000001</c:v>
                </c:pt>
                <c:pt idx="549">
                  <c:v>3.6850000000000001</c:v>
                </c:pt>
                <c:pt idx="550">
                  <c:v>3.7490000000000001</c:v>
                </c:pt>
                <c:pt idx="551">
                  <c:v>3.605</c:v>
                </c:pt>
                <c:pt idx="552">
                  <c:v>3.5009999999999999</c:v>
                </c:pt>
                <c:pt idx="553">
                  <c:v>3.5750000000000002</c:v>
                </c:pt>
                <c:pt idx="554">
                  <c:v>3.4289999999999998</c:v>
                </c:pt>
                <c:pt idx="555">
                  <c:v>3.49</c:v>
                </c:pt>
                <c:pt idx="556">
                  <c:v>3.5329999999999999</c:v>
                </c:pt>
                <c:pt idx="557">
                  <c:v>3.5339999999999998</c:v>
                </c:pt>
                <c:pt idx="558">
                  <c:v>3.4820000000000002</c:v>
                </c:pt>
                <c:pt idx="559">
                  <c:v>3.5379999999999998</c:v>
                </c:pt>
                <c:pt idx="560">
                  <c:v>2.798</c:v>
                </c:pt>
                <c:pt idx="561">
                  <c:v>3.1080000000000001</c:v>
                </c:pt>
                <c:pt idx="562">
                  <c:v>3.3239999999999998</c:v>
                </c:pt>
                <c:pt idx="563">
                  <c:v>2.9089999999999998</c:v>
                </c:pt>
                <c:pt idx="564">
                  <c:v>3.2410000000000001</c:v>
                </c:pt>
                <c:pt idx="565">
                  <c:v>3.4350000000000001</c:v>
                </c:pt>
                <c:pt idx="566">
                  <c:v>3.2749999999999999</c:v>
                </c:pt>
                <c:pt idx="567">
                  <c:v>3.1640000000000001</c:v>
                </c:pt>
                <c:pt idx="568">
                  <c:v>3.298</c:v>
                </c:pt>
                <c:pt idx="569">
                  <c:v>3.4279999999999999</c:v>
                </c:pt>
                <c:pt idx="570">
                  <c:v>3.3439999999999999</c:v>
                </c:pt>
                <c:pt idx="571">
                  <c:v>3.4940000000000002</c:v>
                </c:pt>
                <c:pt idx="572">
                  <c:v>3.419</c:v>
                </c:pt>
                <c:pt idx="573">
                  <c:v>3.8359999999999999</c:v>
                </c:pt>
                <c:pt idx="574">
                  <c:v>3.8580000000000001</c:v>
                </c:pt>
                <c:pt idx="575">
                  <c:v>3.9409999999999998</c:v>
                </c:pt>
                <c:pt idx="576">
                  <c:v>3.782</c:v>
                </c:pt>
                <c:pt idx="577">
                  <c:v>3.9580000000000002</c:v>
                </c:pt>
                <c:pt idx="578">
                  <c:v>4.2930000000000001</c:v>
                </c:pt>
                <c:pt idx="579">
                  <c:v>4.218</c:v>
                </c:pt>
              </c:numCache>
            </c:numRef>
          </c:xVal>
          <c:yVal>
            <c:numRef>
              <c:f>Sheet1!$B$2:$B$581</c:f>
              <c:numCache>
                <c:formatCode>General</c:formatCode>
                <c:ptCount val="580"/>
                <c:pt idx="0">
                  <c:v>1.22</c:v>
                </c:pt>
                <c:pt idx="1">
                  <c:v>1.06</c:v>
                </c:pt>
                <c:pt idx="2">
                  <c:v>1.06</c:v>
                </c:pt>
                <c:pt idx="3">
                  <c:v>1.07</c:v>
                </c:pt>
                <c:pt idx="4">
                  <c:v>1.02</c:v>
                </c:pt>
                <c:pt idx="5">
                  <c:v>1.19</c:v>
                </c:pt>
                <c:pt idx="6">
                  <c:v>1.26</c:v>
                </c:pt>
                <c:pt idx="7">
                  <c:v>1</c:v>
                </c:pt>
                <c:pt idx="8">
                  <c:v>1.1000000000000001</c:v>
                </c:pt>
                <c:pt idx="9">
                  <c:v>1.06</c:v>
                </c:pt>
                <c:pt idx="10">
                  <c:v>1.1000000000000001</c:v>
                </c:pt>
                <c:pt idx="11">
                  <c:v>1.1100000000000001</c:v>
                </c:pt>
                <c:pt idx="12">
                  <c:v>1.1200000000000001</c:v>
                </c:pt>
                <c:pt idx="13">
                  <c:v>1.1000000000000001</c:v>
                </c:pt>
                <c:pt idx="14">
                  <c:v>1.08</c:v>
                </c:pt>
                <c:pt idx="15">
                  <c:v>1.2</c:v>
                </c:pt>
                <c:pt idx="16">
                  <c:v>1.25</c:v>
                </c:pt>
                <c:pt idx="17">
                  <c:v>1.26</c:v>
                </c:pt>
                <c:pt idx="18">
                  <c:v>1.25</c:v>
                </c:pt>
                <c:pt idx="19">
                  <c:v>1.28</c:v>
                </c:pt>
                <c:pt idx="20">
                  <c:v>1.26</c:v>
                </c:pt>
                <c:pt idx="21">
                  <c:v>1.01</c:v>
                </c:pt>
                <c:pt idx="22">
                  <c:v>1.03</c:v>
                </c:pt>
                <c:pt idx="23">
                  <c:v>1.1399999999999999</c:v>
                </c:pt>
                <c:pt idx="24">
                  <c:v>1.1399999999999999</c:v>
                </c:pt>
                <c:pt idx="25">
                  <c:v>0.98</c:v>
                </c:pt>
                <c:pt idx="26">
                  <c:v>0.99</c:v>
                </c:pt>
                <c:pt idx="27">
                  <c:v>1.06</c:v>
                </c:pt>
                <c:pt idx="28">
                  <c:v>1.02</c:v>
                </c:pt>
                <c:pt idx="29">
                  <c:v>1.17</c:v>
                </c:pt>
                <c:pt idx="30">
                  <c:v>1.2</c:v>
                </c:pt>
                <c:pt idx="31">
                  <c:v>1.17</c:v>
                </c:pt>
                <c:pt idx="32">
                  <c:v>1.19</c:v>
                </c:pt>
                <c:pt idx="33">
                  <c:v>1.1499999999999999</c:v>
                </c:pt>
                <c:pt idx="34">
                  <c:v>1.1399999999999999</c:v>
                </c:pt>
                <c:pt idx="35">
                  <c:v>1.4</c:v>
                </c:pt>
                <c:pt idx="36">
                  <c:v>1.5</c:v>
                </c:pt>
                <c:pt idx="37">
                  <c:v>1.44</c:v>
                </c:pt>
                <c:pt idx="38">
                  <c:v>1.35</c:v>
                </c:pt>
                <c:pt idx="39">
                  <c:v>1.39</c:v>
                </c:pt>
                <c:pt idx="40">
                  <c:v>1.42</c:v>
                </c:pt>
                <c:pt idx="41">
                  <c:v>1.33</c:v>
                </c:pt>
                <c:pt idx="42">
                  <c:v>1.19</c:v>
                </c:pt>
                <c:pt idx="43">
                  <c:v>1.18</c:v>
                </c:pt>
                <c:pt idx="44">
                  <c:v>1.22</c:v>
                </c:pt>
                <c:pt idx="45">
                  <c:v>1.25</c:v>
                </c:pt>
                <c:pt idx="46">
                  <c:v>1.23</c:v>
                </c:pt>
                <c:pt idx="47">
                  <c:v>1.18</c:v>
                </c:pt>
                <c:pt idx="48">
                  <c:v>1.19</c:v>
                </c:pt>
                <c:pt idx="49">
                  <c:v>1.1100000000000001</c:v>
                </c:pt>
                <c:pt idx="50">
                  <c:v>1.22</c:v>
                </c:pt>
                <c:pt idx="51">
                  <c:v>1.17</c:v>
                </c:pt>
                <c:pt idx="52">
                  <c:v>1.18</c:v>
                </c:pt>
                <c:pt idx="53">
                  <c:v>1.22</c:v>
                </c:pt>
                <c:pt idx="54">
                  <c:v>1.24</c:v>
                </c:pt>
                <c:pt idx="55">
                  <c:v>1.23</c:v>
                </c:pt>
                <c:pt idx="56">
                  <c:v>0.88</c:v>
                </c:pt>
                <c:pt idx="57">
                  <c:v>0.93</c:v>
                </c:pt>
                <c:pt idx="58">
                  <c:v>0.94</c:v>
                </c:pt>
                <c:pt idx="59">
                  <c:v>0.87</c:v>
                </c:pt>
                <c:pt idx="60">
                  <c:v>0.95</c:v>
                </c:pt>
                <c:pt idx="61">
                  <c:v>1.02</c:v>
                </c:pt>
                <c:pt idx="62">
                  <c:v>1.06</c:v>
                </c:pt>
                <c:pt idx="63">
                  <c:v>0.97</c:v>
                </c:pt>
                <c:pt idx="64">
                  <c:v>0.87</c:v>
                </c:pt>
                <c:pt idx="65">
                  <c:v>1.0900000000000001</c:v>
                </c:pt>
                <c:pt idx="66">
                  <c:v>1.01</c:v>
                </c:pt>
                <c:pt idx="67">
                  <c:v>1.0900000000000001</c:v>
                </c:pt>
                <c:pt idx="68">
                  <c:v>1.02</c:v>
                </c:pt>
                <c:pt idx="69">
                  <c:v>1</c:v>
                </c:pt>
                <c:pt idx="70">
                  <c:v>0.76</c:v>
                </c:pt>
                <c:pt idx="71">
                  <c:v>0.67</c:v>
                </c:pt>
                <c:pt idx="72">
                  <c:v>0.82</c:v>
                </c:pt>
                <c:pt idx="73">
                  <c:v>0.67</c:v>
                </c:pt>
                <c:pt idx="74">
                  <c:v>0.72</c:v>
                </c:pt>
                <c:pt idx="75">
                  <c:v>0.77</c:v>
                </c:pt>
                <c:pt idx="76">
                  <c:v>0.99</c:v>
                </c:pt>
                <c:pt idx="77">
                  <c:v>1.02</c:v>
                </c:pt>
                <c:pt idx="78">
                  <c:v>1.1200000000000001</c:v>
                </c:pt>
                <c:pt idx="79">
                  <c:v>1.03</c:v>
                </c:pt>
                <c:pt idx="80">
                  <c:v>1.1100000000000001</c:v>
                </c:pt>
                <c:pt idx="81">
                  <c:v>1.08</c:v>
                </c:pt>
                <c:pt idx="82">
                  <c:v>1.08</c:v>
                </c:pt>
                <c:pt idx="83">
                  <c:v>1.08</c:v>
                </c:pt>
                <c:pt idx="84">
                  <c:v>0.92</c:v>
                </c:pt>
                <c:pt idx="85">
                  <c:v>1.1499999999999999</c:v>
                </c:pt>
                <c:pt idx="86">
                  <c:v>1.1299999999999999</c:v>
                </c:pt>
                <c:pt idx="87">
                  <c:v>1.1100000000000001</c:v>
                </c:pt>
                <c:pt idx="88">
                  <c:v>1.01</c:v>
                </c:pt>
                <c:pt idx="89">
                  <c:v>0.95</c:v>
                </c:pt>
                <c:pt idx="90">
                  <c:v>1.07</c:v>
                </c:pt>
                <c:pt idx="91">
                  <c:v>1.24</c:v>
                </c:pt>
                <c:pt idx="92">
                  <c:v>0.95</c:v>
                </c:pt>
                <c:pt idx="93">
                  <c:v>0.91</c:v>
                </c:pt>
                <c:pt idx="94">
                  <c:v>1.1299999999999999</c:v>
                </c:pt>
                <c:pt idx="95">
                  <c:v>1.06</c:v>
                </c:pt>
                <c:pt idx="96">
                  <c:v>1.05</c:v>
                </c:pt>
                <c:pt idx="97">
                  <c:v>1.17</c:v>
                </c:pt>
                <c:pt idx="98">
                  <c:v>1.22</c:v>
                </c:pt>
                <c:pt idx="99">
                  <c:v>1.1499999999999999</c:v>
                </c:pt>
                <c:pt idx="100">
                  <c:v>1.1399999999999999</c:v>
                </c:pt>
                <c:pt idx="101">
                  <c:v>1.17</c:v>
                </c:pt>
                <c:pt idx="102">
                  <c:v>1.19</c:v>
                </c:pt>
                <c:pt idx="103">
                  <c:v>1.38</c:v>
                </c:pt>
                <c:pt idx="104">
                  <c:v>1.32</c:v>
                </c:pt>
                <c:pt idx="105">
                  <c:v>1.38</c:v>
                </c:pt>
                <c:pt idx="106">
                  <c:v>1.4</c:v>
                </c:pt>
                <c:pt idx="107">
                  <c:v>1.33</c:v>
                </c:pt>
                <c:pt idx="108">
                  <c:v>1.36</c:v>
                </c:pt>
                <c:pt idx="109">
                  <c:v>1.2</c:v>
                </c:pt>
                <c:pt idx="110">
                  <c:v>0.77</c:v>
                </c:pt>
                <c:pt idx="111">
                  <c:v>0.7</c:v>
                </c:pt>
                <c:pt idx="112">
                  <c:v>0.87</c:v>
                </c:pt>
                <c:pt idx="113">
                  <c:v>0.8</c:v>
                </c:pt>
                <c:pt idx="114">
                  <c:v>0.79</c:v>
                </c:pt>
                <c:pt idx="115">
                  <c:v>0.74</c:v>
                </c:pt>
                <c:pt idx="116">
                  <c:v>1.02</c:v>
                </c:pt>
                <c:pt idx="117">
                  <c:v>1.06</c:v>
                </c:pt>
                <c:pt idx="118">
                  <c:v>1.3</c:v>
                </c:pt>
                <c:pt idx="119">
                  <c:v>1.07</c:v>
                </c:pt>
                <c:pt idx="120">
                  <c:v>1.0900000000000001</c:v>
                </c:pt>
                <c:pt idx="121">
                  <c:v>1.08</c:v>
                </c:pt>
                <c:pt idx="122">
                  <c:v>1.06</c:v>
                </c:pt>
                <c:pt idx="123">
                  <c:v>1.2</c:v>
                </c:pt>
                <c:pt idx="124">
                  <c:v>0.92</c:v>
                </c:pt>
                <c:pt idx="125">
                  <c:v>1.1000000000000001</c:v>
                </c:pt>
                <c:pt idx="126">
                  <c:v>1.27</c:v>
                </c:pt>
                <c:pt idx="127">
                  <c:v>1.1000000000000001</c:v>
                </c:pt>
                <c:pt idx="128">
                  <c:v>1.21</c:v>
                </c:pt>
                <c:pt idx="129">
                  <c:v>1.22</c:v>
                </c:pt>
                <c:pt idx="130">
                  <c:v>1.06</c:v>
                </c:pt>
                <c:pt idx="131">
                  <c:v>1.01</c:v>
                </c:pt>
                <c:pt idx="132">
                  <c:v>1.05</c:v>
                </c:pt>
                <c:pt idx="133">
                  <c:v>0.9</c:v>
                </c:pt>
                <c:pt idx="134">
                  <c:v>0.76</c:v>
                </c:pt>
                <c:pt idx="135">
                  <c:v>0.94</c:v>
                </c:pt>
                <c:pt idx="136">
                  <c:v>0.85</c:v>
                </c:pt>
                <c:pt idx="137">
                  <c:v>0.96</c:v>
                </c:pt>
                <c:pt idx="138">
                  <c:v>0.83</c:v>
                </c:pt>
                <c:pt idx="139">
                  <c:v>0.86</c:v>
                </c:pt>
                <c:pt idx="140">
                  <c:v>1</c:v>
                </c:pt>
                <c:pt idx="141">
                  <c:v>0.93</c:v>
                </c:pt>
                <c:pt idx="142">
                  <c:v>0.78</c:v>
                </c:pt>
                <c:pt idx="143">
                  <c:v>1.05</c:v>
                </c:pt>
                <c:pt idx="144">
                  <c:v>0.9</c:v>
                </c:pt>
                <c:pt idx="145">
                  <c:v>1.01</c:v>
                </c:pt>
                <c:pt idx="146">
                  <c:v>1.21</c:v>
                </c:pt>
                <c:pt idx="147">
                  <c:v>1.08</c:v>
                </c:pt>
                <c:pt idx="148">
                  <c:v>1.21</c:v>
                </c:pt>
                <c:pt idx="149">
                  <c:v>1.2</c:v>
                </c:pt>
                <c:pt idx="150">
                  <c:v>1.3</c:v>
                </c:pt>
                <c:pt idx="151">
                  <c:v>1.25</c:v>
                </c:pt>
                <c:pt idx="152">
                  <c:v>1.01</c:v>
                </c:pt>
                <c:pt idx="153">
                  <c:v>0.97</c:v>
                </c:pt>
                <c:pt idx="154">
                  <c:v>1</c:v>
                </c:pt>
                <c:pt idx="155">
                  <c:v>0.98</c:v>
                </c:pt>
                <c:pt idx="156">
                  <c:v>1</c:v>
                </c:pt>
                <c:pt idx="157">
                  <c:v>1.07</c:v>
                </c:pt>
                <c:pt idx="158">
                  <c:v>1.03</c:v>
                </c:pt>
                <c:pt idx="159">
                  <c:v>1.08</c:v>
                </c:pt>
                <c:pt idx="160">
                  <c:v>1.07</c:v>
                </c:pt>
                <c:pt idx="161">
                  <c:v>1.1100000000000001</c:v>
                </c:pt>
                <c:pt idx="162">
                  <c:v>1.07</c:v>
                </c:pt>
                <c:pt idx="163">
                  <c:v>0.97</c:v>
                </c:pt>
                <c:pt idx="164">
                  <c:v>0.81</c:v>
                </c:pt>
                <c:pt idx="165">
                  <c:v>0.92</c:v>
                </c:pt>
                <c:pt idx="166">
                  <c:v>1.0900000000000001</c:v>
                </c:pt>
                <c:pt idx="167">
                  <c:v>0.99</c:v>
                </c:pt>
                <c:pt idx="168">
                  <c:v>0.96</c:v>
                </c:pt>
                <c:pt idx="169">
                  <c:v>0.96</c:v>
                </c:pt>
                <c:pt idx="170">
                  <c:v>1.37</c:v>
                </c:pt>
                <c:pt idx="171">
                  <c:v>1.1100000000000001</c:v>
                </c:pt>
                <c:pt idx="172">
                  <c:v>1.18</c:v>
                </c:pt>
                <c:pt idx="173">
                  <c:v>1.33</c:v>
                </c:pt>
                <c:pt idx="174">
                  <c:v>1.43</c:v>
                </c:pt>
                <c:pt idx="175">
                  <c:v>1.32</c:v>
                </c:pt>
                <c:pt idx="176">
                  <c:v>1</c:v>
                </c:pt>
                <c:pt idx="177">
                  <c:v>1.28</c:v>
                </c:pt>
                <c:pt idx="178">
                  <c:v>1.26</c:v>
                </c:pt>
                <c:pt idx="179">
                  <c:v>1.27</c:v>
                </c:pt>
                <c:pt idx="180">
                  <c:v>1.25</c:v>
                </c:pt>
                <c:pt idx="181">
                  <c:v>1.23</c:v>
                </c:pt>
                <c:pt idx="182">
                  <c:v>1.23</c:v>
                </c:pt>
                <c:pt idx="183">
                  <c:v>1.38</c:v>
                </c:pt>
                <c:pt idx="184">
                  <c:v>1.1399999999999999</c:v>
                </c:pt>
                <c:pt idx="185">
                  <c:v>1.36</c:v>
                </c:pt>
                <c:pt idx="186">
                  <c:v>1.44</c:v>
                </c:pt>
                <c:pt idx="187">
                  <c:v>1.43</c:v>
                </c:pt>
                <c:pt idx="188">
                  <c:v>1.46</c:v>
                </c:pt>
                <c:pt idx="189">
                  <c:v>1.44</c:v>
                </c:pt>
                <c:pt idx="190">
                  <c:v>0.67</c:v>
                </c:pt>
                <c:pt idx="191">
                  <c:v>0.64</c:v>
                </c:pt>
                <c:pt idx="192">
                  <c:v>0.7</c:v>
                </c:pt>
                <c:pt idx="193">
                  <c:v>0.71</c:v>
                </c:pt>
                <c:pt idx="194">
                  <c:v>0.66</c:v>
                </c:pt>
                <c:pt idx="195">
                  <c:v>0.6</c:v>
                </c:pt>
                <c:pt idx="196">
                  <c:v>1.52</c:v>
                </c:pt>
                <c:pt idx="197">
                  <c:v>1.32</c:v>
                </c:pt>
                <c:pt idx="198">
                  <c:v>1.43</c:v>
                </c:pt>
                <c:pt idx="199">
                  <c:v>0.95</c:v>
                </c:pt>
                <c:pt idx="200">
                  <c:v>1.25</c:v>
                </c:pt>
                <c:pt idx="201">
                  <c:v>1.49</c:v>
                </c:pt>
                <c:pt idx="202">
                  <c:v>1.46</c:v>
                </c:pt>
                <c:pt idx="203">
                  <c:v>1.05</c:v>
                </c:pt>
                <c:pt idx="204">
                  <c:v>0.98</c:v>
                </c:pt>
                <c:pt idx="205">
                  <c:v>1.1100000000000001</c:v>
                </c:pt>
                <c:pt idx="206">
                  <c:v>1.21</c:v>
                </c:pt>
                <c:pt idx="207">
                  <c:v>1.22</c:v>
                </c:pt>
                <c:pt idx="208">
                  <c:v>0.95</c:v>
                </c:pt>
                <c:pt idx="209">
                  <c:v>1.06</c:v>
                </c:pt>
                <c:pt idx="210">
                  <c:v>1.22</c:v>
                </c:pt>
                <c:pt idx="211">
                  <c:v>1.1399999999999999</c:v>
                </c:pt>
                <c:pt idx="212">
                  <c:v>1.2</c:v>
                </c:pt>
                <c:pt idx="213">
                  <c:v>1.19</c:v>
                </c:pt>
                <c:pt idx="214">
                  <c:v>1.1000000000000001</c:v>
                </c:pt>
                <c:pt idx="215">
                  <c:v>1.01</c:v>
                </c:pt>
                <c:pt idx="216">
                  <c:v>1.1299999999999999</c:v>
                </c:pt>
                <c:pt idx="217">
                  <c:v>1.17</c:v>
                </c:pt>
                <c:pt idx="218">
                  <c:v>1.1299999999999999</c:v>
                </c:pt>
                <c:pt idx="219">
                  <c:v>1.19</c:v>
                </c:pt>
                <c:pt idx="220">
                  <c:v>1.1499999999999999</c:v>
                </c:pt>
                <c:pt idx="221">
                  <c:v>1.1000000000000001</c:v>
                </c:pt>
                <c:pt idx="222">
                  <c:v>1.06</c:v>
                </c:pt>
                <c:pt idx="223">
                  <c:v>1.1599999999999999</c:v>
                </c:pt>
                <c:pt idx="224">
                  <c:v>1</c:v>
                </c:pt>
                <c:pt idx="225">
                  <c:v>1.0900000000000001</c:v>
                </c:pt>
                <c:pt idx="226">
                  <c:v>1.1200000000000001</c:v>
                </c:pt>
                <c:pt idx="227">
                  <c:v>1.19</c:v>
                </c:pt>
                <c:pt idx="228">
                  <c:v>1.0900000000000001</c:v>
                </c:pt>
                <c:pt idx="229">
                  <c:v>1.08</c:v>
                </c:pt>
                <c:pt idx="230">
                  <c:v>1.22</c:v>
                </c:pt>
                <c:pt idx="231">
                  <c:v>0.98</c:v>
                </c:pt>
                <c:pt idx="232">
                  <c:v>1.02</c:v>
                </c:pt>
                <c:pt idx="233">
                  <c:v>1.1299999999999999</c:v>
                </c:pt>
                <c:pt idx="234">
                  <c:v>1.24</c:v>
                </c:pt>
                <c:pt idx="235">
                  <c:v>1.05</c:v>
                </c:pt>
                <c:pt idx="236">
                  <c:v>0.94</c:v>
                </c:pt>
                <c:pt idx="237">
                  <c:v>1.02</c:v>
                </c:pt>
                <c:pt idx="238">
                  <c:v>0.94</c:v>
                </c:pt>
                <c:pt idx="239">
                  <c:v>0.95</c:v>
                </c:pt>
                <c:pt idx="240">
                  <c:v>1.08</c:v>
                </c:pt>
                <c:pt idx="241">
                  <c:v>1.04</c:v>
                </c:pt>
                <c:pt idx="242">
                  <c:v>0.85</c:v>
                </c:pt>
                <c:pt idx="243">
                  <c:v>1.03</c:v>
                </c:pt>
                <c:pt idx="244">
                  <c:v>0.91</c:v>
                </c:pt>
                <c:pt idx="245">
                  <c:v>1.23</c:v>
                </c:pt>
                <c:pt idx="246">
                  <c:v>1.26</c:v>
                </c:pt>
                <c:pt idx="247">
                  <c:v>1.33</c:v>
                </c:pt>
                <c:pt idx="248">
                  <c:v>1.39</c:v>
                </c:pt>
                <c:pt idx="249">
                  <c:v>1.32</c:v>
                </c:pt>
                <c:pt idx="250">
                  <c:v>1.2</c:v>
                </c:pt>
                <c:pt idx="251">
                  <c:v>1.08</c:v>
                </c:pt>
                <c:pt idx="252">
                  <c:v>1.07</c:v>
                </c:pt>
                <c:pt idx="253">
                  <c:v>1.1299999999999999</c:v>
                </c:pt>
                <c:pt idx="254">
                  <c:v>1.33</c:v>
                </c:pt>
                <c:pt idx="255">
                  <c:v>1.02</c:v>
                </c:pt>
                <c:pt idx="256">
                  <c:v>1</c:v>
                </c:pt>
                <c:pt idx="257">
                  <c:v>1.21</c:v>
                </c:pt>
                <c:pt idx="258">
                  <c:v>1.24</c:v>
                </c:pt>
                <c:pt idx="259">
                  <c:v>1.18</c:v>
                </c:pt>
                <c:pt idx="260">
                  <c:v>1.1200000000000001</c:v>
                </c:pt>
                <c:pt idx="261">
                  <c:v>1.03</c:v>
                </c:pt>
                <c:pt idx="262">
                  <c:v>1.03</c:v>
                </c:pt>
                <c:pt idx="263">
                  <c:v>1.29</c:v>
                </c:pt>
                <c:pt idx="264">
                  <c:v>1.1000000000000001</c:v>
                </c:pt>
                <c:pt idx="265">
                  <c:v>1.32</c:v>
                </c:pt>
                <c:pt idx="266">
                  <c:v>1.33</c:v>
                </c:pt>
                <c:pt idx="267">
                  <c:v>1.36</c:v>
                </c:pt>
                <c:pt idx="268">
                  <c:v>1.37</c:v>
                </c:pt>
                <c:pt idx="269">
                  <c:v>1.32</c:v>
                </c:pt>
                <c:pt idx="270">
                  <c:v>1.4</c:v>
                </c:pt>
                <c:pt idx="271">
                  <c:v>1.25</c:v>
                </c:pt>
                <c:pt idx="272">
                  <c:v>1.32</c:v>
                </c:pt>
                <c:pt idx="273">
                  <c:v>1.33</c:v>
                </c:pt>
                <c:pt idx="274">
                  <c:v>1.36</c:v>
                </c:pt>
                <c:pt idx="275">
                  <c:v>1.4</c:v>
                </c:pt>
                <c:pt idx="276">
                  <c:v>0.97</c:v>
                </c:pt>
                <c:pt idx="277">
                  <c:v>1.21</c:v>
                </c:pt>
                <c:pt idx="278">
                  <c:v>1.21</c:v>
                </c:pt>
                <c:pt idx="279">
                  <c:v>1.22</c:v>
                </c:pt>
                <c:pt idx="280">
                  <c:v>1.2</c:v>
                </c:pt>
                <c:pt idx="281">
                  <c:v>1.1599999999999999</c:v>
                </c:pt>
                <c:pt idx="282">
                  <c:v>1.21</c:v>
                </c:pt>
                <c:pt idx="283">
                  <c:v>0.92</c:v>
                </c:pt>
                <c:pt idx="284">
                  <c:v>0.71</c:v>
                </c:pt>
                <c:pt idx="285">
                  <c:v>0.85</c:v>
                </c:pt>
                <c:pt idx="286">
                  <c:v>0.75</c:v>
                </c:pt>
                <c:pt idx="287">
                  <c:v>0.76</c:v>
                </c:pt>
                <c:pt idx="288">
                  <c:v>0.74</c:v>
                </c:pt>
                <c:pt idx="289">
                  <c:v>0.7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508-423B-BBEA-304D99DEA3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8DC63F"/>
              </a:solidFill>
              <a:ln w="9525" cap="flat">
                <a:solidFill>
                  <a:srgbClr val="8DC63F"/>
                </a:solidFill>
                <a:prstDash val="solid"/>
                <a:round/>
              </a:ln>
              <a:effectLst/>
            </c:spPr>
          </c:marker>
          <c:xVal>
            <c:numRef>
              <c:f>Sheet1!$A$2:$A$581</c:f>
              <c:numCache>
                <c:formatCode>General</c:formatCode>
                <c:ptCount val="580"/>
                <c:pt idx="0">
                  <c:v>4.6109999999999998</c:v>
                </c:pt>
                <c:pt idx="1">
                  <c:v>4.6550000000000002</c:v>
                </c:pt>
                <c:pt idx="2">
                  <c:v>4.6189999999999998</c:v>
                </c:pt>
                <c:pt idx="3">
                  <c:v>4.6079999999999997</c:v>
                </c:pt>
                <c:pt idx="4">
                  <c:v>4.8310000000000004</c:v>
                </c:pt>
                <c:pt idx="5">
                  <c:v>4.6909999999999998</c:v>
                </c:pt>
                <c:pt idx="6">
                  <c:v>5.0810000000000004</c:v>
                </c:pt>
                <c:pt idx="7">
                  <c:v>5.6390000000000002</c:v>
                </c:pt>
                <c:pt idx="8">
                  <c:v>5.6529999999999996</c:v>
                </c:pt>
                <c:pt idx="9">
                  <c:v>5.6310000000000002</c:v>
                </c:pt>
                <c:pt idx="10">
                  <c:v>5.6239999999999997</c:v>
                </c:pt>
                <c:pt idx="11">
                  <c:v>5.5629999999999997</c:v>
                </c:pt>
                <c:pt idx="12">
                  <c:v>5.6340000000000003</c:v>
                </c:pt>
                <c:pt idx="13">
                  <c:v>5.681</c:v>
                </c:pt>
                <c:pt idx="14">
                  <c:v>5.8970000000000002</c:v>
                </c:pt>
                <c:pt idx="15">
                  <c:v>5.8410000000000002</c:v>
                </c:pt>
                <c:pt idx="16">
                  <c:v>5.8040000000000003</c:v>
                </c:pt>
                <c:pt idx="17">
                  <c:v>5.8179999999999996</c:v>
                </c:pt>
                <c:pt idx="18">
                  <c:v>5.8220000000000001</c:v>
                </c:pt>
                <c:pt idx="19">
                  <c:v>5.8819999999999997</c:v>
                </c:pt>
                <c:pt idx="20">
                  <c:v>5.9320000000000004</c:v>
                </c:pt>
                <c:pt idx="21">
                  <c:v>4.9029999999999996</c:v>
                </c:pt>
                <c:pt idx="22">
                  <c:v>4.82</c:v>
                </c:pt>
                <c:pt idx="23">
                  <c:v>4.7869999999999999</c:v>
                </c:pt>
                <c:pt idx="24">
                  <c:v>4.8150000000000004</c:v>
                </c:pt>
                <c:pt idx="25">
                  <c:v>4.8719999999999999</c:v>
                </c:pt>
                <c:pt idx="26">
                  <c:v>4.9530000000000003</c:v>
                </c:pt>
                <c:pt idx="27">
                  <c:v>4.9809999999999999</c:v>
                </c:pt>
                <c:pt idx="28">
                  <c:v>5.6920000000000002</c:v>
                </c:pt>
                <c:pt idx="29">
                  <c:v>5.6120000000000001</c:v>
                </c:pt>
                <c:pt idx="30">
                  <c:v>5.6020000000000003</c:v>
                </c:pt>
                <c:pt idx="31">
                  <c:v>5.6109999999999998</c:v>
                </c:pt>
                <c:pt idx="32">
                  <c:v>5.657</c:v>
                </c:pt>
                <c:pt idx="33">
                  <c:v>5.7030000000000003</c:v>
                </c:pt>
                <c:pt idx="34">
                  <c:v>5.7960000000000003</c:v>
                </c:pt>
                <c:pt idx="35">
                  <c:v>5.0650000000000004</c:v>
                </c:pt>
                <c:pt idx="36">
                  <c:v>5.0570000000000004</c:v>
                </c:pt>
                <c:pt idx="37">
                  <c:v>5.0010000000000003</c:v>
                </c:pt>
                <c:pt idx="38">
                  <c:v>5.0990000000000002</c:v>
                </c:pt>
                <c:pt idx="39">
                  <c:v>5.0789999999999997</c:v>
                </c:pt>
                <c:pt idx="40">
                  <c:v>5.1449999999999996</c:v>
                </c:pt>
                <c:pt idx="41">
                  <c:v>5.2320000000000002</c:v>
                </c:pt>
                <c:pt idx="42">
                  <c:v>5.22</c:v>
                </c:pt>
                <c:pt idx="43">
                  <c:v>5.2229999999999999</c:v>
                </c:pt>
                <c:pt idx="44">
                  <c:v>5.1950000000000003</c:v>
                </c:pt>
                <c:pt idx="45">
                  <c:v>5.202</c:v>
                </c:pt>
                <c:pt idx="46">
                  <c:v>5.2519999999999998</c:v>
                </c:pt>
                <c:pt idx="47">
                  <c:v>5.258</c:v>
                </c:pt>
                <c:pt idx="48">
                  <c:v>5.2850000000000001</c:v>
                </c:pt>
                <c:pt idx="49">
                  <c:v>5.8940000000000001</c:v>
                </c:pt>
                <c:pt idx="50">
                  <c:v>5.8719999999999999</c:v>
                </c:pt>
                <c:pt idx="51">
                  <c:v>5.8609999999999998</c:v>
                </c:pt>
                <c:pt idx="52">
                  <c:v>5.8879999999999999</c:v>
                </c:pt>
                <c:pt idx="53">
                  <c:v>5.8789999999999996</c:v>
                </c:pt>
                <c:pt idx="54">
                  <c:v>5.92</c:v>
                </c:pt>
                <c:pt idx="55">
                  <c:v>5.9219999999999997</c:v>
                </c:pt>
                <c:pt idx="56">
                  <c:v>5.359</c:v>
                </c:pt>
                <c:pt idx="57">
                  <c:v>5.33</c:v>
                </c:pt>
                <c:pt idx="58">
                  <c:v>5.23</c:v>
                </c:pt>
                <c:pt idx="59">
                  <c:v>5.3410000000000002</c:v>
                </c:pt>
                <c:pt idx="60">
                  <c:v>5.2969999999999997</c:v>
                </c:pt>
                <c:pt idx="61">
                  <c:v>5.3559999999999999</c:v>
                </c:pt>
                <c:pt idx="62">
                  <c:v>5.4139999999999997</c:v>
                </c:pt>
                <c:pt idx="63">
                  <c:v>5.0990000000000002</c:v>
                </c:pt>
                <c:pt idx="64">
                  <c:v>5.3360000000000003</c:v>
                </c:pt>
                <c:pt idx="65">
                  <c:v>5.0579999999999998</c:v>
                </c:pt>
                <c:pt idx="66">
                  <c:v>5.1760000000000002</c:v>
                </c:pt>
                <c:pt idx="67">
                  <c:v>5.101</c:v>
                </c:pt>
                <c:pt idx="68">
                  <c:v>5.2080000000000002</c:v>
                </c:pt>
                <c:pt idx="69">
                  <c:v>5.2569999999999997</c:v>
                </c:pt>
                <c:pt idx="70">
                  <c:v>6.0380000000000003</c:v>
                </c:pt>
                <c:pt idx="71">
                  <c:v>6.0819999999999999</c:v>
                </c:pt>
                <c:pt idx="72">
                  <c:v>6.0579999999999998</c:v>
                </c:pt>
                <c:pt idx="73">
                  <c:v>6.125</c:v>
                </c:pt>
                <c:pt idx="74">
                  <c:v>6.1029999999999998</c:v>
                </c:pt>
                <c:pt idx="75">
                  <c:v>6.1079999999999997</c:v>
                </c:pt>
                <c:pt idx="76">
                  <c:v>5.8250000000000002</c:v>
                </c:pt>
                <c:pt idx="77">
                  <c:v>5.8419999999999996</c:v>
                </c:pt>
                <c:pt idx="78">
                  <c:v>5.7990000000000004</c:v>
                </c:pt>
                <c:pt idx="79">
                  <c:v>5.8570000000000002</c:v>
                </c:pt>
                <c:pt idx="80">
                  <c:v>5.798</c:v>
                </c:pt>
                <c:pt idx="81">
                  <c:v>5.9009999999999998</c:v>
                </c:pt>
                <c:pt idx="82">
                  <c:v>5.8659999999999997</c:v>
                </c:pt>
                <c:pt idx="83">
                  <c:v>5.5209999999999999</c:v>
                </c:pt>
                <c:pt idx="84">
                  <c:v>5.7320000000000002</c:v>
                </c:pt>
                <c:pt idx="85">
                  <c:v>5.399</c:v>
                </c:pt>
                <c:pt idx="86">
                  <c:v>5.4059999999999997</c:v>
                </c:pt>
                <c:pt idx="87">
                  <c:v>5.47</c:v>
                </c:pt>
                <c:pt idx="88">
                  <c:v>5.5579999999999998</c:v>
                </c:pt>
                <c:pt idx="89">
                  <c:v>5.6950000000000003</c:v>
                </c:pt>
                <c:pt idx="90">
                  <c:v>5.1769999999999996</c:v>
                </c:pt>
                <c:pt idx="91">
                  <c:v>5.1230000000000002</c:v>
                </c:pt>
                <c:pt idx="92">
                  <c:v>5.4219999999999997</c:v>
                </c:pt>
                <c:pt idx="93">
                  <c:v>5.4939999999999998</c:v>
                </c:pt>
                <c:pt idx="94">
                  <c:v>5.1689999999999996</c:v>
                </c:pt>
                <c:pt idx="95">
                  <c:v>5.3780000000000001</c:v>
                </c:pt>
                <c:pt idx="96">
                  <c:v>5.31</c:v>
                </c:pt>
                <c:pt idx="97">
                  <c:v>5.3140000000000001</c:v>
                </c:pt>
                <c:pt idx="98">
                  <c:v>5.2729999999999997</c:v>
                </c:pt>
                <c:pt idx="99">
                  <c:v>5.2839999999999998</c:v>
                </c:pt>
                <c:pt idx="100">
                  <c:v>5.2949999999999999</c:v>
                </c:pt>
                <c:pt idx="101">
                  <c:v>5.3760000000000003</c:v>
                </c:pt>
                <c:pt idx="102">
                  <c:v>5.476</c:v>
                </c:pt>
                <c:pt idx="103">
                  <c:v>5.367</c:v>
                </c:pt>
                <c:pt idx="104">
                  <c:v>5.4740000000000002</c:v>
                </c:pt>
                <c:pt idx="105">
                  <c:v>5.343</c:v>
                </c:pt>
                <c:pt idx="106">
                  <c:v>5.3540000000000001</c:v>
                </c:pt>
                <c:pt idx="107">
                  <c:v>5.3929999999999998</c:v>
                </c:pt>
                <c:pt idx="108">
                  <c:v>5.4429999999999996</c:v>
                </c:pt>
                <c:pt idx="109">
                  <c:v>5.5549999999999997</c:v>
                </c:pt>
                <c:pt idx="110">
                  <c:v>6.008</c:v>
                </c:pt>
                <c:pt idx="111">
                  <c:v>6.0720000000000001</c:v>
                </c:pt>
                <c:pt idx="112">
                  <c:v>5.9960000000000004</c:v>
                </c:pt>
                <c:pt idx="113">
                  <c:v>6.016</c:v>
                </c:pt>
                <c:pt idx="114">
                  <c:v>6.04</c:v>
                </c:pt>
                <c:pt idx="115">
                  <c:v>6.1130000000000004</c:v>
                </c:pt>
                <c:pt idx="116">
                  <c:v>5.2039999999999997</c:v>
                </c:pt>
                <c:pt idx="117">
                  <c:v>5.1749999999999998</c:v>
                </c:pt>
                <c:pt idx="118">
                  <c:v>5.0860000000000003</c:v>
                </c:pt>
                <c:pt idx="119">
                  <c:v>5.2050000000000001</c:v>
                </c:pt>
                <c:pt idx="120">
                  <c:v>5.2080000000000002</c:v>
                </c:pt>
                <c:pt idx="121">
                  <c:v>5.2530000000000001</c:v>
                </c:pt>
                <c:pt idx="122">
                  <c:v>5.2910000000000004</c:v>
                </c:pt>
                <c:pt idx="123">
                  <c:v>4.9989999999999997</c:v>
                </c:pt>
                <c:pt idx="124">
                  <c:v>5.3760000000000003</c:v>
                </c:pt>
                <c:pt idx="125">
                  <c:v>5.0830000000000002</c:v>
                </c:pt>
                <c:pt idx="126">
                  <c:v>5.0419999999999998</c:v>
                </c:pt>
                <c:pt idx="127">
                  <c:v>5.1669999999999998</c:v>
                </c:pt>
                <c:pt idx="128">
                  <c:v>5.1070000000000002</c:v>
                </c:pt>
                <c:pt idx="129">
                  <c:v>5.0830000000000002</c:v>
                </c:pt>
                <c:pt idx="130">
                  <c:v>5.3680000000000003</c:v>
                </c:pt>
                <c:pt idx="131">
                  <c:v>5.5030000000000001</c:v>
                </c:pt>
                <c:pt idx="132">
                  <c:v>5.4669999999999996</c:v>
                </c:pt>
                <c:pt idx="133">
                  <c:v>5.4930000000000003</c:v>
                </c:pt>
                <c:pt idx="134">
                  <c:v>5.5679999999999996</c:v>
                </c:pt>
                <c:pt idx="135">
                  <c:v>5.609</c:v>
                </c:pt>
                <c:pt idx="136">
                  <c:v>6.4279999999999999</c:v>
                </c:pt>
                <c:pt idx="137">
                  <c:v>6.367</c:v>
                </c:pt>
                <c:pt idx="138">
                  <c:v>6.4660000000000002</c:v>
                </c:pt>
                <c:pt idx="139">
                  <c:v>6.4470000000000001</c:v>
                </c:pt>
                <c:pt idx="140">
                  <c:v>6.4089999999999998</c:v>
                </c:pt>
                <c:pt idx="141">
                  <c:v>6.4630000000000001</c:v>
                </c:pt>
                <c:pt idx="142">
                  <c:v>6.5510000000000002</c:v>
                </c:pt>
                <c:pt idx="143">
                  <c:v>4.8760000000000003</c:v>
                </c:pt>
                <c:pt idx="144">
                  <c:v>5.0990000000000002</c:v>
                </c:pt>
                <c:pt idx="145">
                  <c:v>5.0309999999999997</c:v>
                </c:pt>
                <c:pt idx="146">
                  <c:v>4.7549999999999999</c:v>
                </c:pt>
                <c:pt idx="147">
                  <c:v>4.8789999999999996</c:v>
                </c:pt>
                <c:pt idx="148">
                  <c:v>4.8179999999999996</c:v>
                </c:pt>
                <c:pt idx="149">
                  <c:v>4.867</c:v>
                </c:pt>
                <c:pt idx="150">
                  <c:v>5.6079999999999997</c:v>
                </c:pt>
                <c:pt idx="151">
                  <c:v>5.5419999999999998</c:v>
                </c:pt>
                <c:pt idx="152">
                  <c:v>5.8109999999999999</c:v>
                </c:pt>
                <c:pt idx="153">
                  <c:v>5.8079999999999998</c:v>
                </c:pt>
                <c:pt idx="154">
                  <c:v>5.84</c:v>
                </c:pt>
                <c:pt idx="155">
                  <c:v>5.9630000000000001</c:v>
                </c:pt>
                <c:pt idx="156">
                  <c:v>5.21</c:v>
                </c:pt>
                <c:pt idx="157">
                  <c:v>5.149</c:v>
                </c:pt>
                <c:pt idx="158">
                  <c:v>5.1870000000000003</c:v>
                </c:pt>
                <c:pt idx="159">
                  <c:v>5.1740000000000004</c:v>
                </c:pt>
                <c:pt idx="160">
                  <c:v>5.18</c:v>
                </c:pt>
                <c:pt idx="161">
                  <c:v>5.1479999999999997</c:v>
                </c:pt>
                <c:pt idx="162">
                  <c:v>5.2190000000000003</c:v>
                </c:pt>
                <c:pt idx="163">
                  <c:v>5.3789999999999996</c:v>
                </c:pt>
                <c:pt idx="164">
                  <c:v>5.5659999999999998</c:v>
                </c:pt>
                <c:pt idx="165">
                  <c:v>5.4089999999999998</c:v>
                </c:pt>
                <c:pt idx="166">
                  <c:v>5.3689999999999998</c:v>
                </c:pt>
                <c:pt idx="167">
                  <c:v>5.3760000000000003</c:v>
                </c:pt>
                <c:pt idx="168">
                  <c:v>5.4240000000000004</c:v>
                </c:pt>
                <c:pt idx="169">
                  <c:v>5.4109999999999996</c:v>
                </c:pt>
                <c:pt idx="170">
                  <c:v>6.0190000000000001</c:v>
                </c:pt>
                <c:pt idx="171">
                  <c:v>6.22</c:v>
                </c:pt>
                <c:pt idx="172">
                  <c:v>6.1260000000000003</c:v>
                </c:pt>
                <c:pt idx="173">
                  <c:v>6.077</c:v>
                </c:pt>
                <c:pt idx="174">
                  <c:v>6.0350000000000001</c:v>
                </c:pt>
                <c:pt idx="175">
                  <c:v>6.2249999999999996</c:v>
                </c:pt>
                <c:pt idx="176">
                  <c:v>5.45</c:v>
                </c:pt>
                <c:pt idx="177">
                  <c:v>5.3259999999999996</c:v>
                </c:pt>
                <c:pt idx="178">
                  <c:v>5.3109999999999999</c:v>
                </c:pt>
                <c:pt idx="179">
                  <c:v>5.3410000000000002</c:v>
                </c:pt>
                <c:pt idx="180">
                  <c:v>5.3360000000000003</c:v>
                </c:pt>
                <c:pt idx="181">
                  <c:v>5.3650000000000002</c:v>
                </c:pt>
                <c:pt idx="182">
                  <c:v>5.41</c:v>
                </c:pt>
                <c:pt idx="183">
                  <c:v>5.5</c:v>
                </c:pt>
                <c:pt idx="184">
                  <c:v>5.7549999999999999</c:v>
                </c:pt>
                <c:pt idx="185">
                  <c:v>5.5419999999999998</c:v>
                </c:pt>
                <c:pt idx="186">
                  <c:v>5.52</c:v>
                </c:pt>
                <c:pt idx="187">
                  <c:v>5.5629999999999997</c:v>
                </c:pt>
                <c:pt idx="188">
                  <c:v>5.5860000000000003</c:v>
                </c:pt>
                <c:pt idx="189">
                  <c:v>5.59</c:v>
                </c:pt>
                <c:pt idx="190">
                  <c:v>6.0369999999999999</c:v>
                </c:pt>
                <c:pt idx="191">
                  <c:v>6.0609999999999999</c:v>
                </c:pt>
                <c:pt idx="192">
                  <c:v>6.0129999999999999</c:v>
                </c:pt>
                <c:pt idx="193">
                  <c:v>6.0369999999999999</c:v>
                </c:pt>
                <c:pt idx="194">
                  <c:v>6.008</c:v>
                </c:pt>
                <c:pt idx="195">
                  <c:v>6.1029999999999998</c:v>
                </c:pt>
                <c:pt idx="196">
                  <c:v>4.74</c:v>
                </c:pt>
                <c:pt idx="197">
                  <c:v>4.9939999999999998</c:v>
                </c:pt>
                <c:pt idx="198">
                  <c:v>4.78</c:v>
                </c:pt>
                <c:pt idx="199">
                  <c:v>5.2030000000000003</c:v>
                </c:pt>
                <c:pt idx="200">
                  <c:v>4.8440000000000003</c:v>
                </c:pt>
                <c:pt idx="201">
                  <c:v>4.88</c:v>
                </c:pt>
                <c:pt idx="202">
                  <c:v>4.9139999999999997</c:v>
                </c:pt>
                <c:pt idx="203">
                  <c:v>5.7080000000000002</c:v>
                </c:pt>
                <c:pt idx="204">
                  <c:v>5.89</c:v>
                </c:pt>
                <c:pt idx="205">
                  <c:v>5.6950000000000003</c:v>
                </c:pt>
                <c:pt idx="206">
                  <c:v>5.5940000000000003</c:v>
                </c:pt>
                <c:pt idx="207">
                  <c:v>5.6360000000000001</c:v>
                </c:pt>
                <c:pt idx="208">
                  <c:v>5.7569999999999997</c:v>
                </c:pt>
                <c:pt idx="209">
                  <c:v>5.6879999999999997</c:v>
                </c:pt>
                <c:pt idx="210">
                  <c:v>5.3109999999999999</c:v>
                </c:pt>
                <c:pt idx="211">
                  <c:v>5.3470000000000004</c:v>
                </c:pt>
                <c:pt idx="212">
                  <c:v>5.3360000000000003</c:v>
                </c:pt>
                <c:pt idx="213">
                  <c:v>5.3890000000000002</c:v>
                </c:pt>
                <c:pt idx="214">
                  <c:v>5.4390000000000001</c:v>
                </c:pt>
                <c:pt idx="215">
                  <c:v>5.5259999999999998</c:v>
                </c:pt>
                <c:pt idx="216">
                  <c:v>5.2619999999999996</c:v>
                </c:pt>
                <c:pt idx="217">
                  <c:v>5.2880000000000003</c:v>
                </c:pt>
                <c:pt idx="218">
                  <c:v>5.3159999999999998</c:v>
                </c:pt>
                <c:pt idx="219">
                  <c:v>5.2489999999999997</c:v>
                </c:pt>
                <c:pt idx="220">
                  <c:v>5.3140000000000001</c:v>
                </c:pt>
                <c:pt idx="221">
                  <c:v>5.3650000000000002</c:v>
                </c:pt>
                <c:pt idx="222">
                  <c:v>5.42</c:v>
                </c:pt>
                <c:pt idx="223">
                  <c:v>5.0540000000000003</c:v>
                </c:pt>
                <c:pt idx="224">
                  <c:v>5.226</c:v>
                </c:pt>
                <c:pt idx="225">
                  <c:v>5.1070000000000002</c:v>
                </c:pt>
                <c:pt idx="226">
                  <c:v>5.0759999999999996</c:v>
                </c:pt>
                <c:pt idx="227">
                  <c:v>5.085</c:v>
                </c:pt>
                <c:pt idx="228">
                  <c:v>5.14</c:v>
                </c:pt>
                <c:pt idx="229">
                  <c:v>5.1310000000000002</c:v>
                </c:pt>
                <c:pt idx="230">
                  <c:v>5.5650000000000004</c:v>
                </c:pt>
                <c:pt idx="231">
                  <c:v>5.6360000000000001</c:v>
                </c:pt>
                <c:pt idx="232">
                  <c:v>5.6559999999999997</c:v>
                </c:pt>
                <c:pt idx="233">
                  <c:v>5.6280000000000001</c:v>
                </c:pt>
                <c:pt idx="234">
                  <c:v>5.5830000000000002</c:v>
                </c:pt>
                <c:pt idx="235">
                  <c:v>5.8209999999999997</c:v>
                </c:pt>
                <c:pt idx="236">
                  <c:v>5.6639999999999997</c:v>
                </c:pt>
                <c:pt idx="237">
                  <c:v>5.609</c:v>
                </c:pt>
                <c:pt idx="238">
                  <c:v>5.6870000000000003</c:v>
                </c:pt>
                <c:pt idx="239">
                  <c:v>5.7030000000000003</c:v>
                </c:pt>
                <c:pt idx="240">
                  <c:v>5.6539999999999999</c:v>
                </c:pt>
                <c:pt idx="241">
                  <c:v>5.6890000000000001</c:v>
                </c:pt>
                <c:pt idx="242">
                  <c:v>5.774</c:v>
                </c:pt>
                <c:pt idx="243">
                  <c:v>5.9619999999999997</c:v>
                </c:pt>
                <c:pt idx="244">
                  <c:v>6.1310000000000002</c:v>
                </c:pt>
                <c:pt idx="245">
                  <c:v>5.89</c:v>
                </c:pt>
                <c:pt idx="246">
                  <c:v>5.8920000000000003</c:v>
                </c:pt>
                <c:pt idx="247">
                  <c:v>5.8710000000000004</c:v>
                </c:pt>
                <c:pt idx="248">
                  <c:v>5.8330000000000002</c:v>
                </c:pt>
                <c:pt idx="249">
                  <c:v>5.8460000000000001</c:v>
                </c:pt>
                <c:pt idx="250">
                  <c:v>5.6660000000000004</c:v>
                </c:pt>
                <c:pt idx="251">
                  <c:v>5.6890000000000001</c:v>
                </c:pt>
                <c:pt idx="252">
                  <c:v>5.7880000000000003</c:v>
                </c:pt>
                <c:pt idx="253">
                  <c:v>5.7110000000000003</c:v>
                </c:pt>
                <c:pt idx="254">
                  <c:v>5.5979999999999999</c:v>
                </c:pt>
                <c:pt idx="255">
                  <c:v>5.8380000000000001</c:v>
                </c:pt>
                <c:pt idx="256">
                  <c:v>4.9269999999999996</c:v>
                </c:pt>
                <c:pt idx="257">
                  <c:v>4.8070000000000004</c:v>
                </c:pt>
                <c:pt idx="258">
                  <c:v>4.7619999999999996</c:v>
                </c:pt>
                <c:pt idx="259">
                  <c:v>4.8440000000000003</c:v>
                </c:pt>
                <c:pt idx="260">
                  <c:v>4.875</c:v>
                </c:pt>
                <c:pt idx="261">
                  <c:v>4.9610000000000003</c:v>
                </c:pt>
                <c:pt idx="262">
                  <c:v>4.9809999999999999</c:v>
                </c:pt>
                <c:pt idx="263">
                  <c:v>5.2169999999999996</c:v>
                </c:pt>
                <c:pt idx="264">
                  <c:v>5.4889999999999999</c:v>
                </c:pt>
                <c:pt idx="265">
                  <c:v>5.1929999999999996</c:v>
                </c:pt>
                <c:pt idx="266">
                  <c:v>5.1980000000000004</c:v>
                </c:pt>
                <c:pt idx="267">
                  <c:v>5.2030000000000003</c:v>
                </c:pt>
                <c:pt idx="268">
                  <c:v>5.2510000000000003</c:v>
                </c:pt>
                <c:pt idx="269">
                  <c:v>5.2720000000000002</c:v>
                </c:pt>
                <c:pt idx="270">
                  <c:v>4.6059999999999999</c:v>
                </c:pt>
                <c:pt idx="271">
                  <c:v>4.7119999999999997</c:v>
                </c:pt>
                <c:pt idx="272">
                  <c:v>4.68</c:v>
                </c:pt>
                <c:pt idx="273">
                  <c:v>4.6829999999999998</c:v>
                </c:pt>
                <c:pt idx="274">
                  <c:v>4.6710000000000003</c:v>
                </c:pt>
                <c:pt idx="275">
                  <c:v>4.7039999999999997</c:v>
                </c:pt>
                <c:pt idx="276">
                  <c:v>5.5309999999999997</c:v>
                </c:pt>
                <c:pt idx="277">
                  <c:v>5.4160000000000004</c:v>
                </c:pt>
                <c:pt idx="278">
                  <c:v>5.3849999999999998</c:v>
                </c:pt>
                <c:pt idx="279">
                  <c:v>5.4139999999999997</c:v>
                </c:pt>
                <c:pt idx="280">
                  <c:v>5.4059999999999997</c:v>
                </c:pt>
                <c:pt idx="281">
                  <c:v>5.4480000000000004</c:v>
                </c:pt>
                <c:pt idx="282">
                  <c:v>5.4580000000000002</c:v>
                </c:pt>
                <c:pt idx="283">
                  <c:v>5.7670000000000003</c:v>
                </c:pt>
                <c:pt idx="284">
                  <c:v>5.9619999999999997</c:v>
                </c:pt>
                <c:pt idx="285">
                  <c:v>5.8330000000000002</c:v>
                </c:pt>
                <c:pt idx="286">
                  <c:v>5.9180000000000001</c:v>
                </c:pt>
                <c:pt idx="287">
                  <c:v>5.9729999999999999</c:v>
                </c:pt>
                <c:pt idx="288">
                  <c:v>5.9539999999999997</c:v>
                </c:pt>
                <c:pt idx="289">
                  <c:v>5.9740000000000002</c:v>
                </c:pt>
                <c:pt idx="290">
                  <c:v>3.1379999999999999</c:v>
                </c:pt>
                <c:pt idx="291">
                  <c:v>3.048</c:v>
                </c:pt>
                <c:pt idx="292">
                  <c:v>3.073</c:v>
                </c:pt>
                <c:pt idx="293">
                  <c:v>3.2109999999999999</c:v>
                </c:pt>
                <c:pt idx="294">
                  <c:v>3.0339999999999998</c:v>
                </c:pt>
                <c:pt idx="295">
                  <c:v>3.181</c:v>
                </c:pt>
                <c:pt idx="296">
                  <c:v>3.3260000000000001</c:v>
                </c:pt>
                <c:pt idx="297">
                  <c:v>3.585</c:v>
                </c:pt>
                <c:pt idx="298">
                  <c:v>3.484</c:v>
                </c:pt>
                <c:pt idx="299">
                  <c:v>3.891</c:v>
                </c:pt>
                <c:pt idx="300">
                  <c:v>4.2050000000000001</c:v>
                </c:pt>
                <c:pt idx="301">
                  <c:v>3.706</c:v>
                </c:pt>
                <c:pt idx="302">
                  <c:v>3.8260000000000001</c:v>
                </c:pt>
                <c:pt idx="303">
                  <c:v>3.7050000000000001</c:v>
                </c:pt>
                <c:pt idx="304">
                  <c:v>4.282</c:v>
                </c:pt>
                <c:pt idx="305">
                  <c:v>4.1870000000000003</c:v>
                </c:pt>
                <c:pt idx="306">
                  <c:v>4.2130000000000001</c:v>
                </c:pt>
                <c:pt idx="307">
                  <c:v>4.28</c:v>
                </c:pt>
                <c:pt idx="308">
                  <c:v>4.2</c:v>
                </c:pt>
                <c:pt idx="309">
                  <c:v>4.2</c:v>
                </c:pt>
                <c:pt idx="310">
                  <c:v>4.1609999999999996</c:v>
                </c:pt>
                <c:pt idx="311">
                  <c:v>3.1779999999999999</c:v>
                </c:pt>
                <c:pt idx="312">
                  <c:v>3.07</c:v>
                </c:pt>
                <c:pt idx="313">
                  <c:v>3.117</c:v>
                </c:pt>
                <c:pt idx="314">
                  <c:v>3.6349999999999998</c:v>
                </c:pt>
                <c:pt idx="315">
                  <c:v>3.5950000000000002</c:v>
                </c:pt>
                <c:pt idx="316">
                  <c:v>3.1619999999999999</c:v>
                </c:pt>
                <c:pt idx="317">
                  <c:v>3.1480000000000001</c:v>
                </c:pt>
                <c:pt idx="318">
                  <c:v>3.3410000000000002</c:v>
                </c:pt>
                <c:pt idx="319">
                  <c:v>3.29</c:v>
                </c:pt>
                <c:pt idx="320">
                  <c:v>3.3559999999999999</c:v>
                </c:pt>
                <c:pt idx="321">
                  <c:v>3.4089999999999998</c:v>
                </c:pt>
                <c:pt idx="322">
                  <c:v>3.327</c:v>
                </c:pt>
                <c:pt idx="323">
                  <c:v>3.431</c:v>
                </c:pt>
                <c:pt idx="324">
                  <c:v>3.5350000000000001</c:v>
                </c:pt>
                <c:pt idx="325">
                  <c:v>2.58</c:v>
                </c:pt>
                <c:pt idx="326">
                  <c:v>3.1709999999999998</c:v>
                </c:pt>
                <c:pt idx="327">
                  <c:v>3.1040000000000001</c:v>
                </c:pt>
                <c:pt idx="328">
                  <c:v>3.335</c:v>
                </c:pt>
                <c:pt idx="329">
                  <c:v>3.2160000000000002</c:v>
                </c:pt>
                <c:pt idx="330">
                  <c:v>3.4359999999999999</c:v>
                </c:pt>
                <c:pt idx="331">
                  <c:v>3.335</c:v>
                </c:pt>
                <c:pt idx="332">
                  <c:v>3.472</c:v>
                </c:pt>
                <c:pt idx="333">
                  <c:v>3.43</c:v>
                </c:pt>
                <c:pt idx="334">
                  <c:v>3.4950000000000001</c:v>
                </c:pt>
                <c:pt idx="335">
                  <c:v>3.617</c:v>
                </c:pt>
                <c:pt idx="336">
                  <c:v>3.5430000000000001</c:v>
                </c:pt>
                <c:pt idx="337">
                  <c:v>3.62</c:v>
                </c:pt>
                <c:pt idx="338">
                  <c:v>3.6280000000000001</c:v>
                </c:pt>
                <c:pt idx="339">
                  <c:v>4.2489999999999997</c:v>
                </c:pt>
                <c:pt idx="340">
                  <c:v>4.0389999999999997</c:v>
                </c:pt>
                <c:pt idx="341">
                  <c:v>4.024</c:v>
                </c:pt>
                <c:pt idx="342">
                  <c:v>4.2190000000000003</c:v>
                </c:pt>
                <c:pt idx="343">
                  <c:v>4.1920000000000002</c:v>
                </c:pt>
                <c:pt idx="344">
                  <c:v>4.4390000000000001</c:v>
                </c:pt>
                <c:pt idx="345">
                  <c:v>4.4340000000000002</c:v>
                </c:pt>
                <c:pt idx="346">
                  <c:v>3.9430000000000001</c:v>
                </c:pt>
                <c:pt idx="347">
                  <c:v>4.008</c:v>
                </c:pt>
                <c:pt idx="348">
                  <c:v>4.0309999999999997</c:v>
                </c:pt>
                <c:pt idx="349">
                  <c:v>4.1159999999999997</c:v>
                </c:pt>
                <c:pt idx="350">
                  <c:v>4.1399999999999997</c:v>
                </c:pt>
                <c:pt idx="351">
                  <c:v>4.1870000000000003</c:v>
                </c:pt>
                <c:pt idx="352">
                  <c:v>4.2039999999999997</c:v>
                </c:pt>
                <c:pt idx="353">
                  <c:v>3.6230000000000002</c:v>
                </c:pt>
                <c:pt idx="354">
                  <c:v>3.625</c:v>
                </c:pt>
                <c:pt idx="355">
                  <c:v>3.5950000000000002</c:v>
                </c:pt>
                <c:pt idx="356">
                  <c:v>3.53</c:v>
                </c:pt>
                <c:pt idx="357">
                  <c:v>3.7229999999999999</c:v>
                </c:pt>
                <c:pt idx="358">
                  <c:v>3.6890000000000001</c:v>
                </c:pt>
                <c:pt idx="359">
                  <c:v>3.677</c:v>
                </c:pt>
                <c:pt idx="360">
                  <c:v>4.1020000000000003</c:v>
                </c:pt>
                <c:pt idx="361">
                  <c:v>4.0129999999999999</c:v>
                </c:pt>
                <c:pt idx="362">
                  <c:v>4.2370000000000001</c:v>
                </c:pt>
                <c:pt idx="363">
                  <c:v>4.12</c:v>
                </c:pt>
                <c:pt idx="364">
                  <c:v>4.0460000000000003</c:v>
                </c:pt>
                <c:pt idx="365">
                  <c:v>3.8170000000000002</c:v>
                </c:pt>
                <c:pt idx="366">
                  <c:v>4.3520000000000003</c:v>
                </c:pt>
                <c:pt idx="367">
                  <c:v>4.3520000000000003</c:v>
                </c:pt>
                <c:pt idx="368">
                  <c:v>4.2939999999999996</c:v>
                </c:pt>
                <c:pt idx="369">
                  <c:v>4.8499999999999996</c:v>
                </c:pt>
                <c:pt idx="370">
                  <c:v>4.4640000000000004</c:v>
                </c:pt>
                <c:pt idx="371">
                  <c:v>4.3719999999999999</c:v>
                </c:pt>
                <c:pt idx="372">
                  <c:v>4.6719999999999997</c:v>
                </c:pt>
                <c:pt idx="373">
                  <c:v>3.8410000000000002</c:v>
                </c:pt>
                <c:pt idx="374">
                  <c:v>3.94</c:v>
                </c:pt>
                <c:pt idx="375">
                  <c:v>3.8559999999999999</c:v>
                </c:pt>
                <c:pt idx="376">
                  <c:v>3.9620000000000002</c:v>
                </c:pt>
                <c:pt idx="377">
                  <c:v>3.9529999999999998</c:v>
                </c:pt>
                <c:pt idx="378">
                  <c:v>3.911</c:v>
                </c:pt>
                <c:pt idx="379">
                  <c:v>3.7930000000000001</c:v>
                </c:pt>
                <c:pt idx="380">
                  <c:v>2.8490000000000002</c:v>
                </c:pt>
                <c:pt idx="381">
                  <c:v>3.0350000000000001</c:v>
                </c:pt>
                <c:pt idx="382">
                  <c:v>2.9289999999999998</c:v>
                </c:pt>
                <c:pt idx="383">
                  <c:v>2.835</c:v>
                </c:pt>
                <c:pt idx="384">
                  <c:v>2.9159999999999999</c:v>
                </c:pt>
                <c:pt idx="385">
                  <c:v>3.1389999999999998</c:v>
                </c:pt>
                <c:pt idx="386">
                  <c:v>3.4620000000000002</c:v>
                </c:pt>
                <c:pt idx="387">
                  <c:v>3.3370000000000002</c:v>
                </c:pt>
                <c:pt idx="388">
                  <c:v>3.6720000000000002</c:v>
                </c:pt>
                <c:pt idx="389">
                  <c:v>3.7850000000000001</c:v>
                </c:pt>
                <c:pt idx="390">
                  <c:v>3.569</c:v>
                </c:pt>
                <c:pt idx="391">
                  <c:v>3.4630000000000001</c:v>
                </c:pt>
                <c:pt idx="392">
                  <c:v>3.6989999999999998</c:v>
                </c:pt>
                <c:pt idx="393">
                  <c:v>3.54</c:v>
                </c:pt>
                <c:pt idx="394">
                  <c:v>3.7839999999999998</c:v>
                </c:pt>
                <c:pt idx="395">
                  <c:v>3.6840000000000002</c:v>
                </c:pt>
                <c:pt idx="396">
                  <c:v>3.4359999999999999</c:v>
                </c:pt>
                <c:pt idx="397">
                  <c:v>3.4460000000000002</c:v>
                </c:pt>
                <c:pt idx="398">
                  <c:v>3.4540000000000002</c:v>
                </c:pt>
                <c:pt idx="399">
                  <c:v>3.5419999999999998</c:v>
                </c:pt>
                <c:pt idx="400">
                  <c:v>3.9990000000000001</c:v>
                </c:pt>
                <c:pt idx="401">
                  <c:v>3.9580000000000002</c:v>
                </c:pt>
                <c:pt idx="402">
                  <c:v>4.07</c:v>
                </c:pt>
                <c:pt idx="403">
                  <c:v>4.0789999999999997</c:v>
                </c:pt>
                <c:pt idx="404">
                  <c:v>4.093</c:v>
                </c:pt>
                <c:pt idx="405">
                  <c:v>3.931</c:v>
                </c:pt>
                <c:pt idx="406">
                  <c:v>3.2509999999999999</c:v>
                </c:pt>
                <c:pt idx="407">
                  <c:v>3.0870000000000002</c:v>
                </c:pt>
                <c:pt idx="408">
                  <c:v>3.2050000000000001</c:v>
                </c:pt>
                <c:pt idx="409">
                  <c:v>3.343</c:v>
                </c:pt>
                <c:pt idx="410">
                  <c:v>3.0680000000000001</c:v>
                </c:pt>
                <c:pt idx="411">
                  <c:v>3.3039999999999998</c:v>
                </c:pt>
                <c:pt idx="412">
                  <c:v>3.62</c:v>
                </c:pt>
                <c:pt idx="413">
                  <c:v>3.097</c:v>
                </c:pt>
                <c:pt idx="414">
                  <c:v>3.202</c:v>
                </c:pt>
                <c:pt idx="415">
                  <c:v>3.27</c:v>
                </c:pt>
                <c:pt idx="416">
                  <c:v>3.2770000000000001</c:v>
                </c:pt>
                <c:pt idx="417">
                  <c:v>3.2759999999999998</c:v>
                </c:pt>
                <c:pt idx="418">
                  <c:v>3.302</c:v>
                </c:pt>
                <c:pt idx="419">
                  <c:v>3.3929999999999998</c:v>
                </c:pt>
                <c:pt idx="420">
                  <c:v>3.78</c:v>
                </c:pt>
                <c:pt idx="421">
                  <c:v>3.8540000000000001</c:v>
                </c:pt>
                <c:pt idx="422">
                  <c:v>3.8959999999999999</c:v>
                </c:pt>
                <c:pt idx="423">
                  <c:v>3.9550000000000001</c:v>
                </c:pt>
                <c:pt idx="424">
                  <c:v>3.9489999999999998</c:v>
                </c:pt>
                <c:pt idx="425">
                  <c:v>4.0069999999999997</c:v>
                </c:pt>
                <c:pt idx="426">
                  <c:v>4.7359999999999998</c:v>
                </c:pt>
                <c:pt idx="427">
                  <c:v>4.5810000000000004</c:v>
                </c:pt>
                <c:pt idx="428">
                  <c:v>4.6180000000000003</c:v>
                </c:pt>
                <c:pt idx="429">
                  <c:v>4.6260000000000003</c:v>
                </c:pt>
                <c:pt idx="430">
                  <c:v>4.5460000000000003</c:v>
                </c:pt>
                <c:pt idx="431">
                  <c:v>4.6500000000000004</c:v>
                </c:pt>
                <c:pt idx="432">
                  <c:v>4.625</c:v>
                </c:pt>
                <c:pt idx="433">
                  <c:v>3.157</c:v>
                </c:pt>
                <c:pt idx="434">
                  <c:v>3.1259999999999999</c:v>
                </c:pt>
                <c:pt idx="435">
                  <c:v>3.13</c:v>
                </c:pt>
                <c:pt idx="436">
                  <c:v>3.2210000000000001</c:v>
                </c:pt>
                <c:pt idx="437">
                  <c:v>3.181</c:v>
                </c:pt>
                <c:pt idx="438">
                  <c:v>3.2469999999999999</c:v>
                </c:pt>
                <c:pt idx="439">
                  <c:v>3.3290000000000002</c:v>
                </c:pt>
                <c:pt idx="440">
                  <c:v>3.1640000000000001</c:v>
                </c:pt>
                <c:pt idx="441">
                  <c:v>3.3260000000000001</c:v>
                </c:pt>
                <c:pt idx="442">
                  <c:v>3.3090000000000002</c:v>
                </c:pt>
                <c:pt idx="443">
                  <c:v>3.2440000000000002</c:v>
                </c:pt>
                <c:pt idx="444">
                  <c:v>3.274</c:v>
                </c:pt>
                <c:pt idx="445">
                  <c:v>3.6789999999999998</c:v>
                </c:pt>
                <c:pt idx="446">
                  <c:v>3.5979999999999999</c:v>
                </c:pt>
                <c:pt idx="447">
                  <c:v>3.6480000000000001</c:v>
                </c:pt>
                <c:pt idx="448">
                  <c:v>4.0250000000000004</c:v>
                </c:pt>
                <c:pt idx="449">
                  <c:v>3.6259999999999999</c:v>
                </c:pt>
                <c:pt idx="450">
                  <c:v>3.649</c:v>
                </c:pt>
                <c:pt idx="451">
                  <c:v>3.9620000000000002</c:v>
                </c:pt>
                <c:pt idx="452">
                  <c:v>3.976</c:v>
                </c:pt>
                <c:pt idx="453">
                  <c:v>3.1739999999999999</c:v>
                </c:pt>
                <c:pt idx="454">
                  <c:v>3.3039999999999998</c:v>
                </c:pt>
                <c:pt idx="455">
                  <c:v>3.552</c:v>
                </c:pt>
                <c:pt idx="456">
                  <c:v>3.4710000000000001</c:v>
                </c:pt>
                <c:pt idx="457">
                  <c:v>3.6829999999999998</c:v>
                </c:pt>
                <c:pt idx="458">
                  <c:v>3.4390000000000001</c:v>
                </c:pt>
                <c:pt idx="459">
                  <c:v>3.2509999999999999</c:v>
                </c:pt>
                <c:pt idx="460">
                  <c:v>3.964</c:v>
                </c:pt>
                <c:pt idx="461">
                  <c:v>4.3540000000000001</c:v>
                </c:pt>
                <c:pt idx="462">
                  <c:v>4.3179999999999996</c:v>
                </c:pt>
                <c:pt idx="463">
                  <c:v>4.1890000000000001</c:v>
                </c:pt>
                <c:pt idx="464">
                  <c:v>4.41</c:v>
                </c:pt>
                <c:pt idx="465">
                  <c:v>4.2690000000000001</c:v>
                </c:pt>
                <c:pt idx="466">
                  <c:v>3.3130000000000002</c:v>
                </c:pt>
                <c:pt idx="467">
                  <c:v>3.2850000000000001</c:v>
                </c:pt>
                <c:pt idx="468">
                  <c:v>3.3090000000000002</c:v>
                </c:pt>
                <c:pt idx="469">
                  <c:v>3.444</c:v>
                </c:pt>
                <c:pt idx="470">
                  <c:v>3.4340000000000002</c:v>
                </c:pt>
                <c:pt idx="471">
                  <c:v>3.4390000000000001</c:v>
                </c:pt>
                <c:pt idx="472">
                  <c:v>3.4750000000000001</c:v>
                </c:pt>
                <c:pt idx="473">
                  <c:v>3.827</c:v>
                </c:pt>
                <c:pt idx="474">
                  <c:v>3.6909999999999998</c:v>
                </c:pt>
                <c:pt idx="475">
                  <c:v>3.6379999999999999</c:v>
                </c:pt>
                <c:pt idx="476">
                  <c:v>3.6179999999999999</c:v>
                </c:pt>
                <c:pt idx="477">
                  <c:v>3.6419999999999999</c:v>
                </c:pt>
                <c:pt idx="478">
                  <c:v>3.6720000000000002</c:v>
                </c:pt>
                <c:pt idx="479">
                  <c:v>3.746</c:v>
                </c:pt>
                <c:pt idx="480">
                  <c:v>4.0880000000000001</c:v>
                </c:pt>
                <c:pt idx="481">
                  <c:v>4.0940000000000003</c:v>
                </c:pt>
                <c:pt idx="482">
                  <c:v>4.165</c:v>
                </c:pt>
                <c:pt idx="483">
                  <c:v>4.141</c:v>
                </c:pt>
                <c:pt idx="484">
                  <c:v>4.1550000000000002</c:v>
                </c:pt>
                <c:pt idx="485">
                  <c:v>4.2439999999999998</c:v>
                </c:pt>
                <c:pt idx="486">
                  <c:v>3.1269999999999998</c:v>
                </c:pt>
                <c:pt idx="487">
                  <c:v>3.1589999999999998</c:v>
                </c:pt>
                <c:pt idx="488">
                  <c:v>3.2509999999999999</c:v>
                </c:pt>
                <c:pt idx="489">
                  <c:v>3.3690000000000002</c:v>
                </c:pt>
                <c:pt idx="490">
                  <c:v>3.3570000000000002</c:v>
                </c:pt>
                <c:pt idx="491">
                  <c:v>3.5030000000000001</c:v>
                </c:pt>
                <c:pt idx="492">
                  <c:v>3.3610000000000002</c:v>
                </c:pt>
                <c:pt idx="493">
                  <c:v>4.6349999999999998</c:v>
                </c:pt>
                <c:pt idx="494">
                  <c:v>4.5979999999999999</c:v>
                </c:pt>
                <c:pt idx="495">
                  <c:v>4.4580000000000002</c:v>
                </c:pt>
                <c:pt idx="496">
                  <c:v>4.4020000000000001</c:v>
                </c:pt>
                <c:pt idx="497">
                  <c:v>4.4379999999999997</c:v>
                </c:pt>
                <c:pt idx="498">
                  <c:v>4.6040000000000001</c:v>
                </c:pt>
                <c:pt idx="499">
                  <c:v>4.4880000000000004</c:v>
                </c:pt>
                <c:pt idx="500">
                  <c:v>3.544</c:v>
                </c:pt>
                <c:pt idx="501">
                  <c:v>3.76</c:v>
                </c:pt>
                <c:pt idx="502">
                  <c:v>3.74</c:v>
                </c:pt>
                <c:pt idx="503">
                  <c:v>3.6280000000000001</c:v>
                </c:pt>
                <c:pt idx="504">
                  <c:v>3.81</c:v>
                </c:pt>
                <c:pt idx="505">
                  <c:v>4.0730000000000004</c:v>
                </c:pt>
                <c:pt idx="506">
                  <c:v>3.625</c:v>
                </c:pt>
                <c:pt idx="507">
                  <c:v>3.5870000000000002</c:v>
                </c:pt>
                <c:pt idx="508">
                  <c:v>3.5419999999999998</c:v>
                </c:pt>
                <c:pt idx="509">
                  <c:v>3.7589999999999999</c:v>
                </c:pt>
                <c:pt idx="510">
                  <c:v>3.7450000000000001</c:v>
                </c:pt>
                <c:pt idx="511">
                  <c:v>3.9119999999999999</c:v>
                </c:pt>
                <c:pt idx="512">
                  <c:v>4.03</c:v>
                </c:pt>
                <c:pt idx="513">
                  <c:v>3.71</c:v>
                </c:pt>
                <c:pt idx="514">
                  <c:v>3.694</c:v>
                </c:pt>
                <c:pt idx="515">
                  <c:v>3.669</c:v>
                </c:pt>
                <c:pt idx="516">
                  <c:v>3.806</c:v>
                </c:pt>
                <c:pt idx="517">
                  <c:v>3.8359999999999999</c:v>
                </c:pt>
                <c:pt idx="518">
                  <c:v>4.1840000000000002</c:v>
                </c:pt>
                <c:pt idx="519">
                  <c:v>4.3330000000000002</c:v>
                </c:pt>
                <c:pt idx="520">
                  <c:v>4.5709999999999997</c:v>
                </c:pt>
                <c:pt idx="521">
                  <c:v>3.9380000000000002</c:v>
                </c:pt>
                <c:pt idx="522">
                  <c:v>4.657</c:v>
                </c:pt>
                <c:pt idx="523">
                  <c:v>3.8959999999999999</c:v>
                </c:pt>
                <c:pt idx="524">
                  <c:v>3.9140000000000001</c:v>
                </c:pt>
                <c:pt idx="525">
                  <c:v>3.92</c:v>
                </c:pt>
                <c:pt idx="526">
                  <c:v>4.2809999999999997</c:v>
                </c:pt>
                <c:pt idx="527">
                  <c:v>4.0469999999999997</c:v>
                </c:pt>
                <c:pt idx="528">
                  <c:v>4.1059999999999999</c:v>
                </c:pt>
                <c:pt idx="529">
                  <c:v>3.976</c:v>
                </c:pt>
                <c:pt idx="530">
                  <c:v>3.952</c:v>
                </c:pt>
                <c:pt idx="531">
                  <c:v>4.0110000000000001</c:v>
                </c:pt>
                <c:pt idx="532">
                  <c:v>4.0199999999999996</c:v>
                </c:pt>
                <c:pt idx="533">
                  <c:v>4.4720000000000004</c:v>
                </c:pt>
                <c:pt idx="534">
                  <c:v>4.7619999999999996</c:v>
                </c:pt>
                <c:pt idx="535">
                  <c:v>4.5709999999999997</c:v>
                </c:pt>
                <c:pt idx="536">
                  <c:v>4.33</c:v>
                </c:pt>
                <c:pt idx="537">
                  <c:v>4.4240000000000004</c:v>
                </c:pt>
                <c:pt idx="538">
                  <c:v>4.5039999999999996</c:v>
                </c:pt>
                <c:pt idx="539">
                  <c:v>4.4950000000000001</c:v>
                </c:pt>
                <c:pt idx="540">
                  <c:v>4.649</c:v>
                </c:pt>
                <c:pt idx="541">
                  <c:v>4.7359999999999998</c:v>
                </c:pt>
                <c:pt idx="542">
                  <c:v>4.3899999999999997</c:v>
                </c:pt>
                <c:pt idx="543">
                  <c:v>4.7110000000000003</c:v>
                </c:pt>
                <c:pt idx="544">
                  <c:v>4.7859999999999996</c:v>
                </c:pt>
                <c:pt idx="545">
                  <c:v>4.5709999999999997</c:v>
                </c:pt>
                <c:pt idx="546">
                  <c:v>3.762</c:v>
                </c:pt>
                <c:pt idx="547">
                  <c:v>3.52</c:v>
                </c:pt>
                <c:pt idx="548">
                  <c:v>3.6480000000000001</c:v>
                </c:pt>
                <c:pt idx="549">
                  <c:v>3.6850000000000001</c:v>
                </c:pt>
                <c:pt idx="550">
                  <c:v>3.7490000000000001</c:v>
                </c:pt>
                <c:pt idx="551">
                  <c:v>3.605</c:v>
                </c:pt>
                <c:pt idx="552">
                  <c:v>3.5009999999999999</c:v>
                </c:pt>
                <c:pt idx="553">
                  <c:v>3.5750000000000002</c:v>
                </c:pt>
                <c:pt idx="554">
                  <c:v>3.4289999999999998</c:v>
                </c:pt>
                <c:pt idx="555">
                  <c:v>3.49</c:v>
                </c:pt>
                <c:pt idx="556">
                  <c:v>3.5329999999999999</c:v>
                </c:pt>
                <c:pt idx="557">
                  <c:v>3.5339999999999998</c:v>
                </c:pt>
                <c:pt idx="558">
                  <c:v>3.4820000000000002</c:v>
                </c:pt>
                <c:pt idx="559">
                  <c:v>3.5379999999999998</c:v>
                </c:pt>
                <c:pt idx="560">
                  <c:v>2.798</c:v>
                </c:pt>
                <c:pt idx="561">
                  <c:v>3.1080000000000001</c:v>
                </c:pt>
                <c:pt idx="562">
                  <c:v>3.3239999999999998</c:v>
                </c:pt>
                <c:pt idx="563">
                  <c:v>2.9089999999999998</c:v>
                </c:pt>
                <c:pt idx="564">
                  <c:v>3.2410000000000001</c:v>
                </c:pt>
                <c:pt idx="565">
                  <c:v>3.4350000000000001</c:v>
                </c:pt>
                <c:pt idx="566">
                  <c:v>3.2749999999999999</c:v>
                </c:pt>
                <c:pt idx="567">
                  <c:v>3.1640000000000001</c:v>
                </c:pt>
                <c:pt idx="568">
                  <c:v>3.298</c:v>
                </c:pt>
                <c:pt idx="569">
                  <c:v>3.4279999999999999</c:v>
                </c:pt>
                <c:pt idx="570">
                  <c:v>3.3439999999999999</c:v>
                </c:pt>
                <c:pt idx="571">
                  <c:v>3.4940000000000002</c:v>
                </c:pt>
                <c:pt idx="572">
                  <c:v>3.419</c:v>
                </c:pt>
                <c:pt idx="573">
                  <c:v>3.8359999999999999</c:v>
                </c:pt>
                <c:pt idx="574">
                  <c:v>3.8580000000000001</c:v>
                </c:pt>
                <c:pt idx="575">
                  <c:v>3.9409999999999998</c:v>
                </c:pt>
                <c:pt idx="576">
                  <c:v>3.782</c:v>
                </c:pt>
                <c:pt idx="577">
                  <c:v>3.9580000000000002</c:v>
                </c:pt>
                <c:pt idx="578">
                  <c:v>4.2930000000000001</c:v>
                </c:pt>
                <c:pt idx="579">
                  <c:v>4.218</c:v>
                </c:pt>
              </c:numCache>
            </c:numRef>
          </c:xVal>
          <c:yVal>
            <c:numRef>
              <c:f>Sheet1!$C$2:$C$581</c:f>
              <c:numCache>
                <c:formatCode>General</c:formatCode>
                <c:ptCount val="580"/>
                <c:pt idx="290">
                  <c:v>1.79</c:v>
                </c:pt>
                <c:pt idx="291">
                  <c:v>1.89</c:v>
                </c:pt>
                <c:pt idx="292">
                  <c:v>1.81</c:v>
                </c:pt>
                <c:pt idx="293">
                  <c:v>1.79</c:v>
                </c:pt>
                <c:pt idx="294">
                  <c:v>1.93</c:v>
                </c:pt>
                <c:pt idx="295">
                  <c:v>1.96</c:v>
                </c:pt>
                <c:pt idx="296">
                  <c:v>1.98</c:v>
                </c:pt>
                <c:pt idx="297">
                  <c:v>1.76</c:v>
                </c:pt>
                <c:pt idx="298">
                  <c:v>1.87</c:v>
                </c:pt>
                <c:pt idx="299">
                  <c:v>1.46</c:v>
                </c:pt>
                <c:pt idx="300">
                  <c:v>1.22</c:v>
                </c:pt>
                <c:pt idx="301">
                  <c:v>1.88</c:v>
                </c:pt>
                <c:pt idx="302">
                  <c:v>1.63</c:v>
                </c:pt>
                <c:pt idx="303">
                  <c:v>1.82</c:v>
                </c:pt>
                <c:pt idx="304">
                  <c:v>1.29</c:v>
                </c:pt>
                <c:pt idx="305">
                  <c:v>1.41</c:v>
                </c:pt>
                <c:pt idx="306">
                  <c:v>1.56</c:v>
                </c:pt>
                <c:pt idx="307">
                  <c:v>1.56</c:v>
                </c:pt>
                <c:pt idx="308">
                  <c:v>1.63</c:v>
                </c:pt>
                <c:pt idx="309">
                  <c:v>1.64</c:v>
                </c:pt>
                <c:pt idx="310">
                  <c:v>1.7</c:v>
                </c:pt>
                <c:pt idx="311">
                  <c:v>1.64</c:v>
                </c:pt>
                <c:pt idx="312">
                  <c:v>1.82</c:v>
                </c:pt>
                <c:pt idx="313">
                  <c:v>1.62</c:v>
                </c:pt>
                <c:pt idx="314">
                  <c:v>1.5</c:v>
                </c:pt>
                <c:pt idx="315">
                  <c:v>1.52</c:v>
                </c:pt>
                <c:pt idx="316">
                  <c:v>1.69</c:v>
                </c:pt>
                <c:pt idx="317">
                  <c:v>1.71</c:v>
                </c:pt>
                <c:pt idx="318">
                  <c:v>1.83</c:v>
                </c:pt>
                <c:pt idx="319">
                  <c:v>2.0099999999999998</c:v>
                </c:pt>
                <c:pt idx="320">
                  <c:v>1.91</c:v>
                </c:pt>
                <c:pt idx="321">
                  <c:v>1.91</c:v>
                </c:pt>
                <c:pt idx="322">
                  <c:v>1.98</c:v>
                </c:pt>
                <c:pt idx="323">
                  <c:v>1.94</c:v>
                </c:pt>
                <c:pt idx="324">
                  <c:v>2.02</c:v>
                </c:pt>
                <c:pt idx="325">
                  <c:v>1.73</c:v>
                </c:pt>
                <c:pt idx="326">
                  <c:v>1.6</c:v>
                </c:pt>
                <c:pt idx="327">
                  <c:v>1.65</c:v>
                </c:pt>
                <c:pt idx="328">
                  <c:v>1.56</c:v>
                </c:pt>
                <c:pt idx="329">
                  <c:v>1.83</c:v>
                </c:pt>
                <c:pt idx="330">
                  <c:v>1.83</c:v>
                </c:pt>
                <c:pt idx="331">
                  <c:v>1.85</c:v>
                </c:pt>
                <c:pt idx="332">
                  <c:v>2.13</c:v>
                </c:pt>
                <c:pt idx="333">
                  <c:v>2.29</c:v>
                </c:pt>
                <c:pt idx="334">
                  <c:v>1.92</c:v>
                </c:pt>
                <c:pt idx="335">
                  <c:v>1.84</c:v>
                </c:pt>
                <c:pt idx="336">
                  <c:v>1.96</c:v>
                </c:pt>
                <c:pt idx="337">
                  <c:v>2.06</c:v>
                </c:pt>
                <c:pt idx="338">
                  <c:v>2.0499999999999998</c:v>
                </c:pt>
                <c:pt idx="339">
                  <c:v>1.49</c:v>
                </c:pt>
                <c:pt idx="340">
                  <c:v>1.83</c:v>
                </c:pt>
                <c:pt idx="341">
                  <c:v>1.81</c:v>
                </c:pt>
                <c:pt idx="342">
                  <c:v>1.62</c:v>
                </c:pt>
                <c:pt idx="343">
                  <c:v>1.66</c:v>
                </c:pt>
                <c:pt idx="344">
                  <c:v>1.55</c:v>
                </c:pt>
                <c:pt idx="345">
                  <c:v>1.47</c:v>
                </c:pt>
                <c:pt idx="346">
                  <c:v>1.34</c:v>
                </c:pt>
                <c:pt idx="347">
                  <c:v>1.26</c:v>
                </c:pt>
                <c:pt idx="348">
                  <c:v>1.22</c:v>
                </c:pt>
                <c:pt idx="349">
                  <c:v>1.17</c:v>
                </c:pt>
                <c:pt idx="350">
                  <c:v>1.27</c:v>
                </c:pt>
                <c:pt idx="351">
                  <c:v>1.46</c:v>
                </c:pt>
                <c:pt idx="352">
                  <c:v>1.43</c:v>
                </c:pt>
                <c:pt idx="353">
                  <c:v>1.68</c:v>
                </c:pt>
                <c:pt idx="354">
                  <c:v>1.63</c:v>
                </c:pt>
                <c:pt idx="355">
                  <c:v>1.79</c:v>
                </c:pt>
                <c:pt idx="356">
                  <c:v>1.65</c:v>
                </c:pt>
                <c:pt idx="357">
                  <c:v>1.38</c:v>
                </c:pt>
                <c:pt idx="358">
                  <c:v>1.57</c:v>
                </c:pt>
                <c:pt idx="359">
                  <c:v>1.21</c:v>
                </c:pt>
                <c:pt idx="360">
                  <c:v>1.28</c:v>
                </c:pt>
                <c:pt idx="361">
                  <c:v>1.35</c:v>
                </c:pt>
                <c:pt idx="362">
                  <c:v>1.29</c:v>
                </c:pt>
                <c:pt idx="363">
                  <c:v>1.29</c:v>
                </c:pt>
                <c:pt idx="364">
                  <c:v>1.39</c:v>
                </c:pt>
                <c:pt idx="365">
                  <c:v>1.37</c:v>
                </c:pt>
                <c:pt idx="366">
                  <c:v>1.42</c:v>
                </c:pt>
                <c:pt idx="367">
                  <c:v>1.33</c:v>
                </c:pt>
                <c:pt idx="368">
                  <c:v>1.44</c:v>
                </c:pt>
                <c:pt idx="369">
                  <c:v>1.0900000000000001</c:v>
                </c:pt>
                <c:pt idx="370">
                  <c:v>1.44</c:v>
                </c:pt>
                <c:pt idx="371">
                  <c:v>1.44</c:v>
                </c:pt>
                <c:pt idx="372">
                  <c:v>1.23</c:v>
                </c:pt>
                <c:pt idx="373">
                  <c:v>1.87</c:v>
                </c:pt>
                <c:pt idx="374">
                  <c:v>1.55</c:v>
                </c:pt>
                <c:pt idx="375">
                  <c:v>1.85</c:v>
                </c:pt>
                <c:pt idx="376">
                  <c:v>1.49</c:v>
                </c:pt>
                <c:pt idx="377">
                  <c:v>1.51</c:v>
                </c:pt>
                <c:pt idx="378">
                  <c:v>1.63</c:v>
                </c:pt>
                <c:pt idx="379">
                  <c:v>1.34</c:v>
                </c:pt>
                <c:pt idx="380">
                  <c:v>1.88</c:v>
                </c:pt>
                <c:pt idx="381">
                  <c:v>1.79</c:v>
                </c:pt>
                <c:pt idx="382">
                  <c:v>1.84</c:v>
                </c:pt>
                <c:pt idx="383">
                  <c:v>2.0099999999999998</c:v>
                </c:pt>
                <c:pt idx="384">
                  <c:v>1.86</c:v>
                </c:pt>
                <c:pt idx="385">
                  <c:v>1.61</c:v>
                </c:pt>
                <c:pt idx="386">
                  <c:v>1.68</c:v>
                </c:pt>
                <c:pt idx="387">
                  <c:v>1.8</c:v>
                </c:pt>
                <c:pt idx="388">
                  <c:v>1.65</c:v>
                </c:pt>
                <c:pt idx="389">
                  <c:v>1.6</c:v>
                </c:pt>
                <c:pt idx="390">
                  <c:v>1.79</c:v>
                </c:pt>
                <c:pt idx="391">
                  <c:v>1.88</c:v>
                </c:pt>
                <c:pt idx="392">
                  <c:v>1.78</c:v>
                </c:pt>
                <c:pt idx="393">
                  <c:v>2.2799999999999998</c:v>
                </c:pt>
                <c:pt idx="394">
                  <c:v>1.54</c:v>
                </c:pt>
                <c:pt idx="395">
                  <c:v>2.38</c:v>
                </c:pt>
                <c:pt idx="396">
                  <c:v>2.2599999999999998</c:v>
                </c:pt>
                <c:pt idx="397">
                  <c:v>2.1800000000000002</c:v>
                </c:pt>
                <c:pt idx="398">
                  <c:v>2.2400000000000002</c:v>
                </c:pt>
                <c:pt idx="399">
                  <c:v>2.2999999999999998</c:v>
                </c:pt>
                <c:pt idx="400">
                  <c:v>1.2</c:v>
                </c:pt>
                <c:pt idx="401">
                  <c:v>1.25</c:v>
                </c:pt>
                <c:pt idx="402">
                  <c:v>1.2</c:v>
                </c:pt>
                <c:pt idx="403">
                  <c:v>1.24</c:v>
                </c:pt>
                <c:pt idx="404">
                  <c:v>1.26</c:v>
                </c:pt>
                <c:pt idx="405">
                  <c:v>1.26</c:v>
                </c:pt>
                <c:pt idx="406">
                  <c:v>1.63</c:v>
                </c:pt>
                <c:pt idx="407">
                  <c:v>1.78</c:v>
                </c:pt>
                <c:pt idx="408">
                  <c:v>1.77</c:v>
                </c:pt>
                <c:pt idx="409">
                  <c:v>1.69</c:v>
                </c:pt>
                <c:pt idx="410">
                  <c:v>1.81</c:v>
                </c:pt>
                <c:pt idx="411">
                  <c:v>1.78</c:v>
                </c:pt>
                <c:pt idx="412">
                  <c:v>1.08</c:v>
                </c:pt>
                <c:pt idx="413">
                  <c:v>1.91</c:v>
                </c:pt>
                <c:pt idx="414">
                  <c:v>1.76</c:v>
                </c:pt>
                <c:pt idx="415">
                  <c:v>1.77</c:v>
                </c:pt>
                <c:pt idx="416">
                  <c:v>1.86</c:v>
                </c:pt>
                <c:pt idx="417">
                  <c:v>1.81</c:v>
                </c:pt>
                <c:pt idx="418">
                  <c:v>1.88</c:v>
                </c:pt>
                <c:pt idx="419">
                  <c:v>1.75</c:v>
                </c:pt>
                <c:pt idx="420">
                  <c:v>1.63</c:v>
                </c:pt>
                <c:pt idx="421">
                  <c:v>1.68</c:v>
                </c:pt>
                <c:pt idx="422">
                  <c:v>1.61</c:v>
                </c:pt>
                <c:pt idx="423">
                  <c:v>1.46</c:v>
                </c:pt>
                <c:pt idx="424">
                  <c:v>1.56</c:v>
                </c:pt>
                <c:pt idx="425">
                  <c:v>1.41</c:v>
                </c:pt>
                <c:pt idx="426">
                  <c:v>1.25</c:v>
                </c:pt>
                <c:pt idx="427">
                  <c:v>1.23</c:v>
                </c:pt>
                <c:pt idx="428">
                  <c:v>1.43</c:v>
                </c:pt>
                <c:pt idx="429">
                  <c:v>1.35</c:v>
                </c:pt>
                <c:pt idx="430">
                  <c:v>1.42</c:v>
                </c:pt>
                <c:pt idx="431">
                  <c:v>1.41</c:v>
                </c:pt>
                <c:pt idx="432">
                  <c:v>1.39</c:v>
                </c:pt>
                <c:pt idx="433">
                  <c:v>1.79</c:v>
                </c:pt>
                <c:pt idx="434">
                  <c:v>1.55</c:v>
                </c:pt>
                <c:pt idx="435">
                  <c:v>1.67</c:v>
                </c:pt>
                <c:pt idx="436">
                  <c:v>1.65</c:v>
                </c:pt>
                <c:pt idx="437">
                  <c:v>1.59</c:v>
                </c:pt>
                <c:pt idx="438">
                  <c:v>1.67</c:v>
                </c:pt>
                <c:pt idx="439">
                  <c:v>1.44</c:v>
                </c:pt>
                <c:pt idx="440">
                  <c:v>1.87</c:v>
                </c:pt>
                <c:pt idx="441">
                  <c:v>1.72</c:v>
                </c:pt>
                <c:pt idx="442">
                  <c:v>1.75</c:v>
                </c:pt>
                <c:pt idx="443">
                  <c:v>1.82</c:v>
                </c:pt>
                <c:pt idx="444">
                  <c:v>1.81</c:v>
                </c:pt>
                <c:pt idx="445">
                  <c:v>1.35</c:v>
                </c:pt>
                <c:pt idx="446">
                  <c:v>1.84</c:v>
                </c:pt>
                <c:pt idx="447">
                  <c:v>1.71</c:v>
                </c:pt>
                <c:pt idx="448">
                  <c:v>1.1100000000000001</c:v>
                </c:pt>
                <c:pt idx="449">
                  <c:v>1.8</c:v>
                </c:pt>
                <c:pt idx="450">
                  <c:v>1.67</c:v>
                </c:pt>
                <c:pt idx="451">
                  <c:v>1.45</c:v>
                </c:pt>
                <c:pt idx="452">
                  <c:v>1.1299999999999999</c:v>
                </c:pt>
                <c:pt idx="453">
                  <c:v>1.44</c:v>
                </c:pt>
                <c:pt idx="454">
                  <c:v>1.48</c:v>
                </c:pt>
                <c:pt idx="455">
                  <c:v>1.52</c:v>
                </c:pt>
                <c:pt idx="456">
                  <c:v>1.55</c:v>
                </c:pt>
                <c:pt idx="457">
                  <c:v>1.53</c:v>
                </c:pt>
                <c:pt idx="458">
                  <c:v>1.56</c:v>
                </c:pt>
                <c:pt idx="459">
                  <c:v>1.53</c:v>
                </c:pt>
                <c:pt idx="460">
                  <c:v>2.08</c:v>
                </c:pt>
                <c:pt idx="461">
                  <c:v>1.95</c:v>
                </c:pt>
                <c:pt idx="462">
                  <c:v>2</c:v>
                </c:pt>
                <c:pt idx="463">
                  <c:v>2.02</c:v>
                </c:pt>
                <c:pt idx="464">
                  <c:v>1.86</c:v>
                </c:pt>
                <c:pt idx="465">
                  <c:v>2.14</c:v>
                </c:pt>
                <c:pt idx="466">
                  <c:v>1.8</c:v>
                </c:pt>
                <c:pt idx="467">
                  <c:v>1.82</c:v>
                </c:pt>
                <c:pt idx="468">
                  <c:v>1.85</c:v>
                </c:pt>
                <c:pt idx="469">
                  <c:v>1.75</c:v>
                </c:pt>
                <c:pt idx="470">
                  <c:v>1.89</c:v>
                </c:pt>
                <c:pt idx="471">
                  <c:v>1.76</c:v>
                </c:pt>
                <c:pt idx="472">
                  <c:v>1.78</c:v>
                </c:pt>
                <c:pt idx="473">
                  <c:v>1.63</c:v>
                </c:pt>
                <c:pt idx="474">
                  <c:v>1.69</c:v>
                </c:pt>
                <c:pt idx="475">
                  <c:v>1.75</c:v>
                </c:pt>
                <c:pt idx="476">
                  <c:v>1.7</c:v>
                </c:pt>
                <c:pt idx="477">
                  <c:v>1.81</c:v>
                </c:pt>
                <c:pt idx="478">
                  <c:v>1.86</c:v>
                </c:pt>
                <c:pt idx="479">
                  <c:v>1.85</c:v>
                </c:pt>
                <c:pt idx="480">
                  <c:v>1.36</c:v>
                </c:pt>
                <c:pt idx="481">
                  <c:v>1.55</c:v>
                </c:pt>
                <c:pt idx="482">
                  <c:v>1.37</c:v>
                </c:pt>
                <c:pt idx="483">
                  <c:v>1.37</c:v>
                </c:pt>
                <c:pt idx="484">
                  <c:v>1.56</c:v>
                </c:pt>
                <c:pt idx="485">
                  <c:v>1.4</c:v>
                </c:pt>
                <c:pt idx="486">
                  <c:v>1.81</c:v>
                </c:pt>
                <c:pt idx="487">
                  <c:v>1.7</c:v>
                </c:pt>
                <c:pt idx="488">
                  <c:v>1.71</c:v>
                </c:pt>
                <c:pt idx="489">
                  <c:v>1.65</c:v>
                </c:pt>
                <c:pt idx="490">
                  <c:v>1.41</c:v>
                </c:pt>
                <c:pt idx="491">
                  <c:v>1.37</c:v>
                </c:pt>
                <c:pt idx="492">
                  <c:v>1.49</c:v>
                </c:pt>
                <c:pt idx="493">
                  <c:v>1.22</c:v>
                </c:pt>
                <c:pt idx="494">
                  <c:v>1.2</c:v>
                </c:pt>
                <c:pt idx="495">
                  <c:v>1.38</c:v>
                </c:pt>
                <c:pt idx="496">
                  <c:v>1.61</c:v>
                </c:pt>
                <c:pt idx="497">
                  <c:v>1.76</c:v>
                </c:pt>
                <c:pt idx="498">
                  <c:v>1.27</c:v>
                </c:pt>
                <c:pt idx="499">
                  <c:v>1.68</c:v>
                </c:pt>
                <c:pt idx="500">
                  <c:v>1.97</c:v>
                </c:pt>
                <c:pt idx="501">
                  <c:v>1.73</c:v>
                </c:pt>
                <c:pt idx="502">
                  <c:v>1.73</c:v>
                </c:pt>
                <c:pt idx="503">
                  <c:v>1.85</c:v>
                </c:pt>
                <c:pt idx="504">
                  <c:v>1.67</c:v>
                </c:pt>
                <c:pt idx="505">
                  <c:v>1.35</c:v>
                </c:pt>
                <c:pt idx="506">
                  <c:v>1.54</c:v>
                </c:pt>
                <c:pt idx="507">
                  <c:v>1.57</c:v>
                </c:pt>
                <c:pt idx="508">
                  <c:v>1.59</c:v>
                </c:pt>
                <c:pt idx="509">
                  <c:v>1.57</c:v>
                </c:pt>
                <c:pt idx="510">
                  <c:v>1.6</c:v>
                </c:pt>
                <c:pt idx="511">
                  <c:v>1.26</c:v>
                </c:pt>
                <c:pt idx="512">
                  <c:v>1.03</c:v>
                </c:pt>
                <c:pt idx="513">
                  <c:v>1.47</c:v>
                </c:pt>
                <c:pt idx="514">
                  <c:v>1.5</c:v>
                </c:pt>
                <c:pt idx="515">
                  <c:v>1.36</c:v>
                </c:pt>
                <c:pt idx="516">
                  <c:v>1.5</c:v>
                </c:pt>
                <c:pt idx="517">
                  <c:v>1.42</c:v>
                </c:pt>
                <c:pt idx="518">
                  <c:v>0.94</c:v>
                </c:pt>
                <c:pt idx="519">
                  <c:v>0.92</c:v>
                </c:pt>
                <c:pt idx="520">
                  <c:v>1.1299999999999999</c:v>
                </c:pt>
                <c:pt idx="521">
                  <c:v>1.5</c:v>
                </c:pt>
                <c:pt idx="522">
                  <c:v>1.22</c:v>
                </c:pt>
                <c:pt idx="523">
                  <c:v>1.52</c:v>
                </c:pt>
                <c:pt idx="524">
                  <c:v>1.65</c:v>
                </c:pt>
                <c:pt idx="525">
                  <c:v>1.64</c:v>
                </c:pt>
                <c:pt idx="526">
                  <c:v>1.23</c:v>
                </c:pt>
                <c:pt idx="527">
                  <c:v>1.26</c:v>
                </c:pt>
                <c:pt idx="528">
                  <c:v>1.49</c:v>
                </c:pt>
                <c:pt idx="529">
                  <c:v>1.48</c:v>
                </c:pt>
                <c:pt idx="530">
                  <c:v>1.53</c:v>
                </c:pt>
                <c:pt idx="531">
                  <c:v>1.52</c:v>
                </c:pt>
                <c:pt idx="532">
                  <c:v>1.45</c:v>
                </c:pt>
                <c:pt idx="533">
                  <c:v>1.1200000000000001</c:v>
                </c:pt>
                <c:pt idx="534">
                  <c:v>1.06</c:v>
                </c:pt>
                <c:pt idx="535">
                  <c:v>1.39</c:v>
                </c:pt>
                <c:pt idx="536">
                  <c:v>1.56</c:v>
                </c:pt>
                <c:pt idx="537">
                  <c:v>1.55</c:v>
                </c:pt>
                <c:pt idx="538">
                  <c:v>1.52</c:v>
                </c:pt>
                <c:pt idx="539">
                  <c:v>1.53</c:v>
                </c:pt>
                <c:pt idx="540">
                  <c:v>1.45</c:v>
                </c:pt>
                <c:pt idx="541">
                  <c:v>1.4</c:v>
                </c:pt>
                <c:pt idx="542">
                  <c:v>1.71</c:v>
                </c:pt>
                <c:pt idx="543">
                  <c:v>1.53</c:v>
                </c:pt>
                <c:pt idx="544">
                  <c:v>1.59</c:v>
                </c:pt>
                <c:pt idx="545">
                  <c:v>1.56</c:v>
                </c:pt>
                <c:pt idx="546">
                  <c:v>1.3</c:v>
                </c:pt>
                <c:pt idx="547">
                  <c:v>1.66</c:v>
                </c:pt>
                <c:pt idx="548">
                  <c:v>1.51</c:v>
                </c:pt>
                <c:pt idx="549">
                  <c:v>1.55</c:v>
                </c:pt>
                <c:pt idx="550">
                  <c:v>1.55</c:v>
                </c:pt>
                <c:pt idx="551">
                  <c:v>1.69</c:v>
                </c:pt>
                <c:pt idx="552">
                  <c:v>1.76</c:v>
                </c:pt>
                <c:pt idx="553">
                  <c:v>1.84</c:v>
                </c:pt>
                <c:pt idx="554">
                  <c:v>1.93</c:v>
                </c:pt>
                <c:pt idx="555">
                  <c:v>1.8</c:v>
                </c:pt>
                <c:pt idx="556">
                  <c:v>1.81</c:v>
                </c:pt>
                <c:pt idx="557">
                  <c:v>2.13</c:v>
                </c:pt>
                <c:pt idx="558">
                  <c:v>2.0299999999999998</c:v>
                </c:pt>
                <c:pt idx="559">
                  <c:v>2.0099999999999998</c:v>
                </c:pt>
                <c:pt idx="560">
                  <c:v>1.84</c:v>
                </c:pt>
                <c:pt idx="561">
                  <c:v>1.65</c:v>
                </c:pt>
                <c:pt idx="562">
                  <c:v>1.59</c:v>
                </c:pt>
                <c:pt idx="563">
                  <c:v>1.76</c:v>
                </c:pt>
                <c:pt idx="564">
                  <c:v>1.71</c:v>
                </c:pt>
                <c:pt idx="565">
                  <c:v>1.84</c:v>
                </c:pt>
                <c:pt idx="566">
                  <c:v>1.7</c:v>
                </c:pt>
                <c:pt idx="567">
                  <c:v>1.75</c:v>
                </c:pt>
                <c:pt idx="568">
                  <c:v>1.75</c:v>
                </c:pt>
                <c:pt idx="569">
                  <c:v>1.65</c:v>
                </c:pt>
                <c:pt idx="570">
                  <c:v>1.73</c:v>
                </c:pt>
                <c:pt idx="571">
                  <c:v>1.48</c:v>
                </c:pt>
                <c:pt idx="572">
                  <c:v>1.69</c:v>
                </c:pt>
                <c:pt idx="573">
                  <c:v>1.69</c:v>
                </c:pt>
                <c:pt idx="574">
                  <c:v>1.77</c:v>
                </c:pt>
                <c:pt idx="575">
                  <c:v>1.71</c:v>
                </c:pt>
                <c:pt idx="576">
                  <c:v>1.82</c:v>
                </c:pt>
                <c:pt idx="577">
                  <c:v>1.8</c:v>
                </c:pt>
                <c:pt idx="578">
                  <c:v>1.92</c:v>
                </c:pt>
                <c:pt idx="579">
                  <c:v>1.42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508-423B-BBEA-304D99DEA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60"/>
                    </a:solidFill>
                    <a:latin typeface="+mn-lt"/>
                  </a:defRPr>
                </a:pPr>
                <a:r>
                  <a:rPr lang="en-US" sz="1200" b="0" i="0" u="none" strike="noStrike">
                    <a:solidFill>
                      <a:srgbClr val="5B6B60"/>
                    </a:solidFill>
                    <a:latin typeface="+mn-lt"/>
                  </a:rPr>
                  <a:t>log10(total volume)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2.5"/>
          <c:min val="0.5"/>
        </c:scaling>
        <c:delete val="0"/>
        <c:axPos val="l"/>
        <c:majorGridlines>
          <c:spPr>
            <a:ln w="9525" cap="flat">
              <a:solidFill>
                <a:srgbClr val="DDE5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60"/>
                    </a:solidFill>
                    <a:latin typeface="+mn-lt"/>
                  </a:defRPr>
                </a:pPr>
                <a:r>
                  <a:rPr lang="en-US" sz="1200" b="0" i="0" u="none" strike="noStrike">
                    <a:solidFill>
                      <a:srgbClr val="5B6B60"/>
                    </a:solidFill>
                    <a:latin typeface="+mn-lt"/>
                  </a:rPr>
                  <a:t>Harga (USD)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20"/>
                </a:solidFill>
                <a:latin typeface="+mn-lt"/>
              </a:rPr>
              <a:t>Harga rata-rata mingguan nasional (USD)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Conventional</c:v>
                </c:pt>
              </c:strCache>
            </c:strRef>
          </c:tx>
          <c:spPr>
            <a:ln w="38100" cap="flat">
              <a:solidFill>
                <a:srgbClr val="6B4F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4F3A"/>
              </a:solidFill>
              <a:ln w="9525" cap="flat">
                <a:solidFill>
                  <a:srgbClr val="6B4F3A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04 Jan</c:v>
                </c:pt>
                <c:pt idx="1">
                  <c:v>11 Jan</c:v>
                </c:pt>
                <c:pt idx="2">
                  <c:v>18 Jan</c:v>
                </c:pt>
                <c:pt idx="3">
                  <c:v>25 Jan</c:v>
                </c:pt>
                <c:pt idx="4">
                  <c:v>01 Feb</c:v>
                </c:pt>
                <c:pt idx="5">
                  <c:v>08 Feb</c:v>
                </c:pt>
                <c:pt idx="6">
                  <c:v>15 Feb</c:v>
                </c:pt>
                <c:pt idx="7">
                  <c:v>22 Feb</c:v>
                </c:pt>
                <c:pt idx="8">
                  <c:v>01 Mar</c:v>
                </c:pt>
                <c:pt idx="9">
                  <c:v>08 Mar</c:v>
                </c:pt>
                <c:pt idx="10">
                  <c:v>15 Mar</c:v>
                </c:pt>
                <c:pt idx="11">
                  <c:v>22 Mar</c:v>
                </c:pt>
                <c:pt idx="12">
                  <c:v>29 Mar</c:v>
                </c:pt>
                <c:pt idx="13">
                  <c:v>05 Apr</c:v>
                </c:pt>
                <c:pt idx="14">
                  <c:v>12 Apr</c:v>
                </c:pt>
                <c:pt idx="15">
                  <c:v>19 Apr</c:v>
                </c:pt>
                <c:pt idx="16">
                  <c:v>26 Apr</c:v>
                </c:pt>
                <c:pt idx="17">
                  <c:v>03 May</c:v>
                </c:pt>
                <c:pt idx="18">
                  <c:v>10 May</c:v>
                </c:pt>
                <c:pt idx="19">
                  <c:v>17 May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0.95</c:v>
                </c:pt>
                <c:pt idx="1">
                  <c:v>1.01</c:v>
                </c:pt>
                <c:pt idx="2">
                  <c:v>1.03</c:v>
                </c:pt>
                <c:pt idx="3">
                  <c:v>1.04</c:v>
                </c:pt>
                <c:pt idx="4">
                  <c:v>0.89</c:v>
                </c:pt>
                <c:pt idx="5">
                  <c:v>0.95</c:v>
                </c:pt>
                <c:pt idx="6">
                  <c:v>1.03</c:v>
                </c:pt>
                <c:pt idx="7">
                  <c:v>1.02</c:v>
                </c:pt>
                <c:pt idx="8">
                  <c:v>0.97</c:v>
                </c:pt>
                <c:pt idx="9">
                  <c:v>1.02</c:v>
                </c:pt>
                <c:pt idx="10">
                  <c:v>1.04</c:v>
                </c:pt>
                <c:pt idx="11">
                  <c:v>1.01</c:v>
                </c:pt>
                <c:pt idx="12">
                  <c:v>1.04</c:v>
                </c:pt>
                <c:pt idx="13">
                  <c:v>1.06</c:v>
                </c:pt>
                <c:pt idx="14">
                  <c:v>1.02</c:v>
                </c:pt>
                <c:pt idx="15">
                  <c:v>1.03</c:v>
                </c:pt>
                <c:pt idx="16">
                  <c:v>1.07</c:v>
                </c:pt>
                <c:pt idx="17">
                  <c:v>0.96</c:v>
                </c:pt>
                <c:pt idx="18">
                  <c:v>1.02</c:v>
                </c:pt>
                <c:pt idx="19">
                  <c:v>1.06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8B-47AB-8CE5-C51C453273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</c:v>
                </c:pt>
              </c:strCache>
            </c:strRef>
          </c:tx>
          <c:spPr>
            <a:ln w="38100" cap="flat">
              <a:solidFill>
                <a:srgbClr val="8DC6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DC63F"/>
              </a:solidFill>
              <a:ln w="9525" cap="flat">
                <a:solidFill>
                  <a:srgbClr val="8DC63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04 Jan</c:v>
                </c:pt>
                <c:pt idx="1">
                  <c:v>11 Jan</c:v>
                </c:pt>
                <c:pt idx="2">
                  <c:v>18 Jan</c:v>
                </c:pt>
                <c:pt idx="3">
                  <c:v>25 Jan</c:v>
                </c:pt>
                <c:pt idx="4">
                  <c:v>01 Feb</c:v>
                </c:pt>
                <c:pt idx="5">
                  <c:v>08 Feb</c:v>
                </c:pt>
                <c:pt idx="6">
                  <c:v>15 Feb</c:v>
                </c:pt>
                <c:pt idx="7">
                  <c:v>22 Feb</c:v>
                </c:pt>
                <c:pt idx="8">
                  <c:v>01 Mar</c:v>
                </c:pt>
                <c:pt idx="9">
                  <c:v>08 Mar</c:v>
                </c:pt>
                <c:pt idx="10">
                  <c:v>15 Mar</c:v>
                </c:pt>
                <c:pt idx="11">
                  <c:v>22 Mar</c:v>
                </c:pt>
                <c:pt idx="12">
                  <c:v>29 Mar</c:v>
                </c:pt>
                <c:pt idx="13">
                  <c:v>05 Apr</c:v>
                </c:pt>
                <c:pt idx="14">
                  <c:v>12 Apr</c:v>
                </c:pt>
                <c:pt idx="15">
                  <c:v>19 Apr</c:v>
                </c:pt>
                <c:pt idx="16">
                  <c:v>26 Apr</c:v>
                </c:pt>
                <c:pt idx="17">
                  <c:v>03 May</c:v>
                </c:pt>
                <c:pt idx="18">
                  <c:v>10 May</c:v>
                </c:pt>
                <c:pt idx="19">
                  <c:v>17 May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1.46</c:v>
                </c:pt>
                <c:pt idx="1">
                  <c:v>1.42</c:v>
                </c:pt>
                <c:pt idx="2">
                  <c:v>1.42</c:v>
                </c:pt>
                <c:pt idx="3">
                  <c:v>1.53</c:v>
                </c:pt>
                <c:pt idx="4">
                  <c:v>1.36</c:v>
                </c:pt>
                <c:pt idx="5">
                  <c:v>1.48</c:v>
                </c:pt>
                <c:pt idx="6">
                  <c:v>1.58</c:v>
                </c:pt>
                <c:pt idx="7">
                  <c:v>1.51</c:v>
                </c:pt>
                <c:pt idx="8">
                  <c:v>1.4</c:v>
                </c:pt>
                <c:pt idx="9">
                  <c:v>1.49</c:v>
                </c:pt>
                <c:pt idx="10">
                  <c:v>1.5</c:v>
                </c:pt>
                <c:pt idx="11">
                  <c:v>1.49</c:v>
                </c:pt>
                <c:pt idx="12">
                  <c:v>1.6</c:v>
                </c:pt>
                <c:pt idx="13">
                  <c:v>1.63</c:v>
                </c:pt>
                <c:pt idx="14">
                  <c:v>1.53</c:v>
                </c:pt>
                <c:pt idx="15">
                  <c:v>1.59</c:v>
                </c:pt>
                <c:pt idx="16">
                  <c:v>1.45</c:v>
                </c:pt>
                <c:pt idx="17">
                  <c:v>1.37</c:v>
                </c:pt>
                <c:pt idx="18">
                  <c:v>1.42</c:v>
                </c:pt>
                <c:pt idx="19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8B-47AB-8CE5-C51C45327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.8"/>
          <c:min val="0.8"/>
        </c:scaling>
        <c:delete val="0"/>
        <c:axPos val="l"/>
        <c:majorGridlines>
          <c:spPr>
            <a:ln w="9525" cap="flat">
              <a:solidFill>
                <a:srgbClr val="DDE5D3"/>
              </a:solidFill>
              <a:prstDash val="solid"/>
              <a:round/>
            </a:ln>
          </c:spPr>
        </c:majorGridlines>
        <c:numFmt formatCode="&quot;$&quot;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0"/>
                </a:solidFill>
                <a:latin typeface="+mn-lt"/>
              </a:rPr>
              <a:t>Harga rata-rata conventional (5 termahal &amp; 5 termurah)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Harga conventional (USD)</c:v>
                </c:pt>
              </c:strCache>
            </c:strRef>
          </c:tx>
          <c:spPr>
            <a:solidFill>
              <a:srgbClr val="6B4F3A"/>
            </a:solidFill>
            <a:effectLst/>
          </c:spPr>
          <c:invertIfNegative val="0"/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30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Buffalo/Rochester</c:v>
                </c:pt>
                <c:pt idx="1">
                  <c:v>Syracuse</c:v>
                </c:pt>
                <c:pt idx="2">
                  <c:v>New York</c:v>
                </c:pt>
                <c:pt idx="3">
                  <c:v>Pittsburgh</c:v>
                </c:pt>
                <c:pt idx="4">
                  <c:v>Philadelphia</c:v>
                </c:pt>
                <c:pt idx="5">
                  <c:v>Los Angeles</c:v>
                </c:pt>
                <c:pt idx="6">
                  <c:v>Houston</c:v>
                </c:pt>
                <c:pt idx="7">
                  <c:v>West Tex/New Mexico</c:v>
                </c:pt>
                <c:pt idx="8">
                  <c:v>Dallas/Ft. Worth</c:v>
                </c:pt>
                <c:pt idx="9">
                  <c:v>Phoenix/Tucson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1.42</c:v>
                </c:pt>
                <c:pt idx="1">
                  <c:v>1.35</c:v>
                </c:pt>
                <c:pt idx="2">
                  <c:v>1.33</c:v>
                </c:pt>
                <c:pt idx="3">
                  <c:v>1.33</c:v>
                </c:pt>
                <c:pt idx="4">
                  <c:v>1.33</c:v>
                </c:pt>
                <c:pt idx="5">
                  <c:v>0.89</c:v>
                </c:pt>
                <c:pt idx="6">
                  <c:v>0.78</c:v>
                </c:pt>
                <c:pt idx="7">
                  <c:v>0.77</c:v>
                </c:pt>
                <c:pt idx="8">
                  <c:v>0.75</c:v>
                </c:pt>
                <c:pt idx="9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2E-4C27-AAFA-4EE39BB9E7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t"/>
        <c:majorGridlines>
          <c:spPr>
            <a:ln w="9525" cap="flat">
              <a:solidFill>
                <a:srgbClr val="DDE5D3"/>
              </a:solidFill>
              <a:prstDash val="solid"/>
              <a:round/>
            </a:ln>
          </c:spPr>
        </c:majorGridlines>
        <c:numFmt formatCode="&quot;$&quot;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6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20"/>
                </a:solidFill>
                <a:latin typeface="+mn-lt"/>
              </a:rPr>
              <a:t>Jenis kemasan (bags)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24472F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84.6</c:v>
                </c:pt>
                <c:pt idx="1">
                  <c:v>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1B-4DC6-9F18-C14F3E45CE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3F8C5C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1B-4DC6-9F18-C14F3E45CE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XLarge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1B-4DC6-9F18-C14F3E45CE2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20"/>
                </a:solidFill>
                <a:latin typeface="+mn-lt"/>
              </a:rPr>
              <a:t>Ukuran alpukat (PLU)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(4046)</c:v>
                </c:pt>
              </c:strCache>
            </c:strRef>
          </c:tx>
          <c:spPr>
            <a:solidFill>
              <a:srgbClr val="24472F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50.9</c:v>
                </c:pt>
                <c:pt idx="1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A-4417-AC78-3921E2B1EB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(4225)</c:v>
                </c:pt>
              </c:strCache>
            </c:strRef>
          </c:tx>
          <c:spPr>
            <a:solidFill>
              <a:srgbClr val="3F8C5C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45.7</c:v>
                </c:pt>
                <c:pt idx="1">
                  <c:v>53.6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EA-4417-AC78-3921E2B1EB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XLarge (4770)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[&gt;=5]0&quot;%&quot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Conventional</c:v>
                </c:pt>
                <c:pt idx="1">
                  <c:v>Organic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3.4</c:v>
                </c:pt>
                <c:pt idx="1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EA-4417-AC78-3921E2B1EB5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75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DATA VISUALIZATION PROJECT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188720"/>
            <a:ext cx="47548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3291840"/>
            <a:ext cx="4572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27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Analisis Data Alpukat  |  Data Visualization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1887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Harga &amp; Volume Alpukat di Pasar AS</a:t>
            </a:r>
            <a:endParaRPr lang="en-US" sz="4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548640" y="2892829"/>
            <a:ext cx="4023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 err="1">
                <a:solidFill>
                  <a:schemeClr val="bg2"/>
                </a:solidFill>
                <a:latin typeface="Bahnschrift SemiBold SemiConden" panose="020B0502040204020203" pitchFamily="34" charset="0"/>
              </a:rPr>
              <a:t>Nasrul</a:t>
            </a:r>
            <a:r>
              <a:rPr lang="en-US" sz="2400" dirty="0">
                <a:solidFill>
                  <a:schemeClr val="bg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Bahnschrift SemiBold SemiConden" panose="020B0502040204020203" pitchFamily="34" charset="0"/>
              </a:rPr>
              <a:t>Bahril</a:t>
            </a:r>
            <a:r>
              <a:rPr lang="en-US" sz="2400" dirty="0">
                <a:solidFill>
                  <a:schemeClr val="bg2"/>
                </a:solidFill>
                <a:latin typeface="Bahnschrift SemiBold SemiConden" panose="020B0502040204020203" pitchFamily="34" charset="0"/>
              </a:rPr>
              <a:t> Abidin</a:t>
            </a:r>
          </a:p>
          <a:p>
            <a:pPr marL="0" indent="0" algn="l">
              <a:buNone/>
            </a:pPr>
            <a:r>
              <a:rPr lang="en-US" sz="2400" dirty="0">
                <a:latin typeface="Bahnschrift SemiBold SemiConden" panose="020B0502040204020203" pitchFamily="34" charset="0"/>
              </a:rPr>
              <a:t>2318096</a:t>
            </a:r>
          </a:p>
        </p:txBody>
      </p:sp>
      <p:sp>
        <p:nvSpPr>
          <p:cNvPr id="4" name="Avocado skin"/>
          <p:cNvSpPr/>
          <p:nvPr/>
        </p:nvSpPr>
        <p:spPr>
          <a:xfrm>
            <a:off x="5577840" y="548640"/>
            <a:ext cx="3200400" cy="4023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Avocado flesh"/>
          <p:cNvSpPr/>
          <p:nvPr/>
        </p:nvSpPr>
        <p:spPr>
          <a:xfrm>
            <a:off x="5943600" y="1005840"/>
            <a:ext cx="2468880" cy="3108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vocado pit"/>
          <p:cNvSpPr/>
          <p:nvPr/>
        </p:nvSpPr>
        <p:spPr>
          <a:xfrm>
            <a:off x="6355080" y="2286000"/>
            <a:ext cx="1645920" cy="1645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ools"/>
          <p:cNvSpPr txBox="1"/>
          <p:nvPr/>
        </p:nvSpPr>
        <p:spPr>
          <a:xfrm>
            <a:off x="54864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 dalam angka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25880"/>
            <a:ext cx="1851660" cy="20116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stat 1 circl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stat 1" descr="Icon sta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640434"/>
            <a:ext cx="285293" cy="285293"/>
          </a:xfrm>
          <a:prstGeom prst="rect">
            <a:avLst/>
          </a:prstGeom>
        </p:spPr>
      </p:pic>
      <p:sp>
        <p:nvSpPr>
          <p:cNvPr id="6" name="Stat value 1"/>
          <p:cNvSpPr txBox="1"/>
          <p:nvPr/>
        </p:nvSpPr>
        <p:spPr>
          <a:xfrm>
            <a:off x="685800" y="21488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2.178</a:t>
            </a:r>
            <a:endParaRPr lang="en-US" sz="4000" dirty="0"/>
          </a:p>
        </p:txBody>
      </p:sp>
      <p:sp>
        <p:nvSpPr>
          <p:cNvPr id="7" name="Stat label 1"/>
          <p:cNvSpPr txBox="1"/>
          <p:nvPr/>
        </p:nvSpPr>
        <p:spPr>
          <a:xfrm>
            <a:off x="685800" y="269748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baris data penjualan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2583180" y="1325880"/>
            <a:ext cx="1851660" cy="20116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stat 2 circle"/>
          <p:cNvSpPr/>
          <p:nvPr/>
        </p:nvSpPr>
        <p:spPr>
          <a:xfrm>
            <a:off x="281178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 stat 2" descr="Icon sta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454" y="1640434"/>
            <a:ext cx="285293" cy="285293"/>
          </a:xfrm>
          <a:prstGeom prst="rect">
            <a:avLst/>
          </a:prstGeom>
        </p:spPr>
      </p:pic>
      <p:sp>
        <p:nvSpPr>
          <p:cNvPr id="11" name="Stat value 2"/>
          <p:cNvSpPr txBox="1"/>
          <p:nvPr/>
        </p:nvSpPr>
        <p:spPr>
          <a:xfrm>
            <a:off x="2811780" y="21488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54</a:t>
            </a:r>
            <a:endParaRPr lang="en-US" sz="4000" dirty="0"/>
          </a:p>
        </p:txBody>
      </p:sp>
      <p:sp>
        <p:nvSpPr>
          <p:cNvPr id="12" name="Stat label 2"/>
          <p:cNvSpPr txBox="1"/>
          <p:nvPr/>
        </p:nvSpPr>
        <p:spPr>
          <a:xfrm>
            <a:off x="2811780" y="269748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wilayah (kota, region, nasional)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4709160" y="1325880"/>
            <a:ext cx="1851660" cy="20116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stat 3 circle"/>
          <p:cNvSpPr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 stat 3" descr="Icon sta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434" y="1640434"/>
            <a:ext cx="285293" cy="285293"/>
          </a:xfrm>
          <a:prstGeom prst="rect">
            <a:avLst/>
          </a:prstGeom>
        </p:spPr>
      </p:pic>
      <p:sp>
        <p:nvSpPr>
          <p:cNvPr id="16" name="Stat value 3"/>
          <p:cNvSpPr txBox="1"/>
          <p:nvPr/>
        </p:nvSpPr>
        <p:spPr>
          <a:xfrm>
            <a:off x="4937760" y="21488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21</a:t>
            </a:r>
            <a:endParaRPr lang="en-US" sz="4000" dirty="0"/>
          </a:p>
        </p:txBody>
      </p:sp>
      <p:sp>
        <p:nvSpPr>
          <p:cNvPr id="17" name="Stat label 3"/>
          <p:cNvSpPr txBox="1"/>
          <p:nvPr/>
        </p:nvSpPr>
        <p:spPr>
          <a:xfrm>
            <a:off x="4937760" y="269748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minggu, Jan–Mei 2015</a:t>
            </a:r>
            <a:endParaRPr lang="en-US" sz="1400" dirty="0"/>
          </a:p>
        </p:txBody>
      </p:sp>
      <p:sp>
        <p:nvSpPr>
          <p:cNvPr id="18" name="Stat card 4"/>
          <p:cNvSpPr/>
          <p:nvPr/>
        </p:nvSpPr>
        <p:spPr>
          <a:xfrm>
            <a:off x="6835140" y="1325880"/>
            <a:ext cx="1851660" cy="201168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stat 4 circle"/>
          <p:cNvSpPr/>
          <p:nvPr/>
        </p:nvSpPr>
        <p:spPr>
          <a:xfrm>
            <a:off x="706374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 stat 4" descr="Icon stat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414" y="1640434"/>
            <a:ext cx="285293" cy="285293"/>
          </a:xfrm>
          <a:prstGeom prst="rect">
            <a:avLst/>
          </a:prstGeom>
        </p:spPr>
      </p:pic>
      <p:sp>
        <p:nvSpPr>
          <p:cNvPr id="21" name="Stat value 4"/>
          <p:cNvSpPr txBox="1"/>
          <p:nvPr/>
        </p:nvSpPr>
        <p:spPr>
          <a:xfrm>
            <a:off x="7063740" y="214884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en-US" sz="4000" dirty="0"/>
          </a:p>
        </p:txBody>
      </p:sp>
      <p:sp>
        <p:nvSpPr>
          <p:cNvPr id="22" name="Stat label 4"/>
          <p:cNvSpPr txBox="1"/>
          <p:nvPr/>
        </p:nvSpPr>
        <p:spPr>
          <a:xfrm>
            <a:off x="7063740" y="2697480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tipe: conventional &amp; organic</a:t>
            </a:r>
            <a:endParaRPr lang="en-US" sz="1400" dirty="0"/>
          </a:p>
        </p:txBody>
      </p:sp>
      <p:sp>
        <p:nvSpPr>
          <p:cNvPr id="23" name="Columns card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lumns text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Variabel utama: </a:t>
            </a:r>
            <a:r>
              <a:rPr lang="en-US" sz="1400" dirty="0">
                <a:solidFill>
                  <a:schemeClr val="tx1"/>
                </a:solidFill>
              </a:rPr>
              <a:t>harga rata-rata, total volume, ukuran alpukat (PLU 4046 / 4225 / 4770), jenis kemasan (bags), tipe, wilayah, dan tanggal.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Hindari double counting</a:t>
            </a:r>
            <a:endParaRPr lang="en-US" sz="3400" dirty="0"/>
          </a:p>
        </p:txBody>
      </p:sp>
      <p:sp>
        <p:nvSpPr>
          <p:cNvPr id="3" name="Geo card 1"/>
          <p:cNvSpPr/>
          <p:nvPr/>
        </p:nvSpPr>
        <p:spPr>
          <a:xfrm>
            <a:off x="457200" y="132588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geo 1 circl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geo 1" descr="Icon ge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640434"/>
            <a:ext cx="285293" cy="285293"/>
          </a:xfrm>
          <a:prstGeom prst="rect">
            <a:avLst/>
          </a:prstGeom>
        </p:spPr>
      </p:pic>
      <p:sp>
        <p:nvSpPr>
          <p:cNvPr id="6" name="Geo value 1"/>
          <p:cNvSpPr txBox="1"/>
          <p:nvPr/>
        </p:nvSpPr>
        <p:spPr>
          <a:xfrm>
            <a:off x="6858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</a:rPr>
              <a:t>1.736</a:t>
            </a:r>
            <a:endParaRPr lang="en-US" sz="3800" dirty="0"/>
          </a:p>
        </p:txBody>
      </p:sp>
      <p:sp>
        <p:nvSpPr>
          <p:cNvPr id="7" name="Geo name 1"/>
          <p:cNvSpPr txBox="1"/>
          <p:nvPr/>
        </p:nvSpPr>
        <p:spPr>
          <a:xfrm>
            <a:off x="68580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city_market</a:t>
            </a:r>
            <a:endParaRPr lang="en-US" sz="1600" dirty="0"/>
          </a:p>
        </p:txBody>
      </p:sp>
      <p:sp>
        <p:nvSpPr>
          <p:cNvPr id="8" name="Geo note 1"/>
          <p:cNvSpPr txBox="1"/>
          <p:nvPr/>
        </p:nvSpPr>
        <p:spPr>
          <a:xfrm>
            <a:off x="685800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Dipakai untuk membandingkan antar-kota</a:t>
            </a:r>
            <a:endParaRPr lang="en-US" sz="1400" dirty="0"/>
          </a:p>
        </p:txBody>
      </p:sp>
      <p:sp>
        <p:nvSpPr>
          <p:cNvPr id="9" name="Geo card 2"/>
          <p:cNvSpPr/>
          <p:nvPr/>
        </p:nvSpPr>
        <p:spPr>
          <a:xfrm>
            <a:off x="3291840" y="132588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geo 2 circle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con geo 2" descr="Icon ge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14" y="1640434"/>
            <a:ext cx="285293" cy="285293"/>
          </a:xfrm>
          <a:prstGeom prst="rect">
            <a:avLst/>
          </a:prstGeom>
        </p:spPr>
      </p:pic>
      <p:sp>
        <p:nvSpPr>
          <p:cNvPr id="12" name="Geo value 2"/>
          <p:cNvSpPr txBox="1"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</a:rPr>
              <a:t>402</a:t>
            </a:r>
            <a:endParaRPr lang="en-US" sz="3800" dirty="0"/>
          </a:p>
        </p:txBody>
      </p:sp>
      <p:sp>
        <p:nvSpPr>
          <p:cNvPr id="13" name="Geo name 2"/>
          <p:cNvSpPr txBox="1"/>
          <p:nvPr/>
        </p:nvSpPr>
        <p:spPr>
          <a:xfrm>
            <a:off x="352044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region</a:t>
            </a:r>
            <a:endParaRPr lang="en-US" sz="1600" dirty="0"/>
          </a:p>
        </p:txBody>
      </p:sp>
      <p:sp>
        <p:nvSpPr>
          <p:cNvPr id="14" name="Geo note 2"/>
          <p:cNvSpPr txBox="1"/>
          <p:nvPr/>
        </p:nvSpPr>
        <p:spPr>
          <a:xfrm>
            <a:off x="3520440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Agregat beberapa kota, tidak dijumlahkan</a:t>
            </a:r>
            <a:endParaRPr lang="en-US" sz="1400" dirty="0"/>
          </a:p>
        </p:txBody>
      </p:sp>
      <p:sp>
        <p:nvSpPr>
          <p:cNvPr id="15" name="Geo card 3"/>
          <p:cNvSpPr/>
          <p:nvPr/>
        </p:nvSpPr>
        <p:spPr>
          <a:xfrm>
            <a:off x="6126480" y="132588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geo 3 circle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 geo 3" descr="Icon ge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54" y="1640434"/>
            <a:ext cx="285293" cy="285293"/>
          </a:xfrm>
          <a:prstGeom prst="rect">
            <a:avLst/>
          </a:prstGeom>
        </p:spPr>
      </p:pic>
      <p:sp>
        <p:nvSpPr>
          <p:cNvPr id="18" name="Geo value 3"/>
          <p:cNvSpPr txBox="1"/>
          <p:nvPr/>
        </p:nvSpPr>
        <p:spPr>
          <a:xfrm>
            <a:off x="635508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</a:rPr>
              <a:t>40</a:t>
            </a:r>
            <a:endParaRPr lang="en-US" sz="3800" dirty="0"/>
          </a:p>
        </p:txBody>
      </p:sp>
      <p:sp>
        <p:nvSpPr>
          <p:cNvPr id="19" name="Geo name 3"/>
          <p:cNvSpPr txBox="1"/>
          <p:nvPr/>
        </p:nvSpPr>
        <p:spPr>
          <a:xfrm>
            <a:off x="63550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national</a:t>
            </a:r>
            <a:endParaRPr lang="en-US" sz="1600" dirty="0"/>
          </a:p>
        </p:txBody>
      </p:sp>
      <p:sp>
        <p:nvSpPr>
          <p:cNvPr id="20" name="Geo note 3"/>
          <p:cNvSpPr txBox="1"/>
          <p:nvPr/>
        </p:nvSpPr>
        <p:spPr>
          <a:xfrm>
            <a:off x="6355080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Dipakai untuk tren tingkat nasional</a:t>
            </a:r>
            <a:endParaRPr lang="en-US" sz="1400" dirty="0"/>
          </a:p>
        </p:txBody>
      </p:sp>
      <p:sp>
        <p:nvSpPr>
          <p:cNvPr id="21" name="Double counting note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Menjumlahkan semua level akan menghitung volume dua kali lipat.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Organic ±49% lebih mahal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4846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Organic price card"/>
          <p:cNvSpPr/>
          <p:nvPr/>
        </p:nvSpPr>
        <p:spPr>
          <a:xfrm>
            <a:off x="5669280" y="132588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rganic price value"/>
          <p:cNvSpPr txBox="1"/>
          <p:nvPr/>
        </p:nvSpPr>
        <p:spPr>
          <a:xfrm>
            <a:off x="5897880" y="1463040"/>
            <a:ext cx="2560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$1,62</a:t>
            </a:r>
            <a:endParaRPr lang="en-US" sz="3800" dirty="0"/>
          </a:p>
        </p:txBody>
      </p:sp>
      <p:sp>
        <p:nvSpPr>
          <p:cNvPr id="6" name="Organic price label"/>
          <p:cNvSpPr txBox="1"/>
          <p:nvPr/>
        </p:nvSpPr>
        <p:spPr>
          <a:xfrm>
            <a:off x="5897880" y="2147926"/>
            <a:ext cx="25603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Organic, rata-rata seluruh data</a:t>
            </a:r>
            <a:endParaRPr lang="en-US" sz="1400" dirty="0"/>
          </a:p>
        </p:txBody>
      </p:sp>
      <p:sp>
        <p:nvSpPr>
          <p:cNvPr id="7" name="Conventional price card"/>
          <p:cNvSpPr/>
          <p:nvPr/>
        </p:nvSpPr>
        <p:spPr>
          <a:xfrm>
            <a:off x="5669280" y="301752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ventional price value"/>
          <p:cNvSpPr txBox="1"/>
          <p:nvPr/>
        </p:nvSpPr>
        <p:spPr>
          <a:xfrm>
            <a:off x="5897880" y="3154680"/>
            <a:ext cx="25603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$1,09</a:t>
            </a:r>
            <a:endParaRPr lang="en-US" sz="3800" dirty="0"/>
          </a:p>
        </p:txBody>
      </p:sp>
      <p:sp>
        <p:nvSpPr>
          <p:cNvPr id="9" name="Conventional price label"/>
          <p:cNvSpPr txBox="1"/>
          <p:nvPr/>
        </p:nvSpPr>
        <p:spPr>
          <a:xfrm>
            <a:off x="5897880" y="3839566"/>
            <a:ext cx="25603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Conventional, rata-rata seluruh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Conventional kuasai 98% volume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oughnut center value"/>
          <p:cNvSpPr txBox="1"/>
          <p:nvPr/>
        </p:nvSpPr>
        <p:spPr>
          <a:xfrm>
            <a:off x="15544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97,8%</a:t>
            </a:r>
            <a:endParaRPr lang="en-US" sz="2600" dirty="0"/>
          </a:p>
        </p:txBody>
      </p:sp>
      <p:sp>
        <p:nvSpPr>
          <p:cNvPr id="5" name="Doughnut center label"/>
          <p:cNvSpPr txBox="1"/>
          <p:nvPr/>
        </p:nvSpPr>
        <p:spPr>
          <a:xfrm>
            <a:off x="15544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conventional</a:t>
            </a:r>
            <a:endParaRPr lang="en-US" sz="1400" dirty="0"/>
          </a:p>
        </p:txBody>
      </p:sp>
      <p:sp>
        <p:nvSpPr>
          <p:cNvPr id="6" name="Conventional share card"/>
          <p:cNvSpPr/>
          <p:nvPr/>
        </p:nvSpPr>
        <p:spPr>
          <a:xfrm>
            <a:off x="5212080" y="132588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nventional share value"/>
          <p:cNvSpPr txBox="1"/>
          <p:nvPr/>
        </p:nvSpPr>
        <p:spPr>
          <a:xfrm>
            <a:off x="5440680" y="1463040"/>
            <a:ext cx="3017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97,8%</a:t>
            </a:r>
            <a:endParaRPr lang="en-US" sz="3800" dirty="0"/>
          </a:p>
        </p:txBody>
      </p:sp>
      <p:sp>
        <p:nvSpPr>
          <p:cNvPr id="8" name="Conventional share label"/>
          <p:cNvSpPr txBox="1"/>
          <p:nvPr/>
        </p:nvSpPr>
        <p:spPr>
          <a:xfrm>
            <a:off x="5440680" y="2147926"/>
            <a:ext cx="30175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volume nasional berasal dari conventional</a:t>
            </a:r>
            <a:endParaRPr lang="en-US" sz="1400" dirty="0"/>
          </a:p>
        </p:txBody>
      </p:sp>
      <p:sp>
        <p:nvSpPr>
          <p:cNvPr id="9" name="Organic share card"/>
          <p:cNvSpPr/>
          <p:nvPr/>
        </p:nvSpPr>
        <p:spPr>
          <a:xfrm>
            <a:off x="5212080" y="301752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rganic share value"/>
          <p:cNvSpPr txBox="1"/>
          <p:nvPr/>
        </p:nvSpPr>
        <p:spPr>
          <a:xfrm>
            <a:off x="5440680" y="3154680"/>
            <a:ext cx="3017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2,2%</a:t>
            </a:r>
            <a:endParaRPr lang="en-US" sz="3800" dirty="0"/>
          </a:p>
        </p:txBody>
      </p:sp>
      <p:sp>
        <p:nvSpPr>
          <p:cNvPr id="11" name="Organic share label"/>
          <p:cNvSpPr txBox="1"/>
          <p:nvPr/>
        </p:nvSpPr>
        <p:spPr>
          <a:xfrm>
            <a:off x="5440680" y="3839566"/>
            <a:ext cx="30175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volume dari organic: pasar kecil dengan harga premium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Harga turun saat volume naik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rr conventional card"/>
          <p:cNvSpPr/>
          <p:nvPr/>
        </p:nvSpPr>
        <p:spPr>
          <a:xfrm>
            <a:off x="612648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 conventional value"/>
          <p:cNvSpPr txBox="1"/>
          <p:nvPr/>
        </p:nvSpPr>
        <p:spPr>
          <a:xfrm>
            <a:off x="6355080" y="1463040"/>
            <a:ext cx="21031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r = -0,43</a:t>
            </a:r>
            <a:endParaRPr lang="en-US" sz="3800" dirty="0"/>
          </a:p>
        </p:txBody>
      </p:sp>
      <p:sp>
        <p:nvSpPr>
          <p:cNvPr id="6" name="Corr conventional label"/>
          <p:cNvSpPr txBox="1"/>
          <p:nvPr/>
        </p:nvSpPr>
        <p:spPr>
          <a:xfrm>
            <a:off x="6355080" y="2147926"/>
            <a:ext cx="21031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korelasi harga vs volume (conventional)</a:t>
            </a:r>
            <a:endParaRPr lang="en-US" sz="1400" dirty="0"/>
          </a:p>
        </p:txBody>
      </p:sp>
      <p:sp>
        <p:nvSpPr>
          <p:cNvPr id="7" name="Corr organic card"/>
          <p:cNvSpPr/>
          <p:nvPr/>
        </p:nvSpPr>
        <p:spPr>
          <a:xfrm>
            <a:off x="612648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rr organic value"/>
          <p:cNvSpPr txBox="1"/>
          <p:nvPr/>
        </p:nvSpPr>
        <p:spPr>
          <a:xfrm>
            <a:off x="6355080" y="3154680"/>
            <a:ext cx="21031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r = -0,53</a:t>
            </a:r>
            <a:endParaRPr lang="en-US" sz="3800" dirty="0"/>
          </a:p>
        </p:txBody>
      </p:sp>
      <p:sp>
        <p:nvSpPr>
          <p:cNvPr id="9" name="Corr organic label"/>
          <p:cNvSpPr txBox="1"/>
          <p:nvPr/>
        </p:nvSpPr>
        <p:spPr>
          <a:xfrm>
            <a:off x="6355080" y="3839566"/>
            <a:ext cx="21031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korelasi harga vs volume (organic)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Tren harga relatif stabil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rend range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Rentang mingguan: conventional $0,89–1,07  |  organic $1,36–1,63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Harga berbeda jauh antar kota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heapest city card"/>
          <p:cNvSpPr/>
          <p:nvPr/>
        </p:nvSpPr>
        <p:spPr>
          <a:xfrm>
            <a:off x="612648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eapest city value"/>
          <p:cNvSpPr txBox="1"/>
          <p:nvPr/>
        </p:nvSpPr>
        <p:spPr>
          <a:xfrm>
            <a:off x="6355080" y="1463040"/>
            <a:ext cx="21031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$0,62</a:t>
            </a:r>
            <a:endParaRPr lang="en-US" sz="3800" dirty="0"/>
          </a:p>
        </p:txBody>
      </p:sp>
      <p:sp>
        <p:nvSpPr>
          <p:cNvPr id="6" name="Cheapest city label"/>
          <p:cNvSpPr txBox="1"/>
          <p:nvPr/>
        </p:nvSpPr>
        <p:spPr>
          <a:xfrm>
            <a:off x="6355080" y="2147926"/>
            <a:ext cx="21031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Phoenix/Tucson, termurah</a:t>
            </a:r>
            <a:endParaRPr lang="en-US" sz="1400" dirty="0"/>
          </a:p>
        </p:txBody>
      </p:sp>
      <p:sp>
        <p:nvSpPr>
          <p:cNvPr id="7" name="Priciest city card"/>
          <p:cNvSpPr/>
          <p:nvPr/>
        </p:nvSpPr>
        <p:spPr>
          <a:xfrm>
            <a:off x="612648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iciest city value"/>
          <p:cNvSpPr txBox="1"/>
          <p:nvPr/>
        </p:nvSpPr>
        <p:spPr>
          <a:xfrm>
            <a:off x="6355080" y="3154680"/>
            <a:ext cx="21031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$1,42</a:t>
            </a:r>
            <a:endParaRPr lang="en-US" sz="3800" dirty="0"/>
          </a:p>
        </p:txBody>
      </p:sp>
      <p:sp>
        <p:nvSpPr>
          <p:cNvPr id="9" name="Priciest city label"/>
          <p:cNvSpPr txBox="1"/>
          <p:nvPr/>
        </p:nvSpPr>
        <p:spPr>
          <a:xfrm>
            <a:off x="6355080" y="3839566"/>
            <a:ext cx="21031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Buffalo/Rochester, termahal (±2,3×)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Small bags mendominasi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18872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Composition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Small bags: 84,6% conventional dan 72,5% organic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Peta harga kota × bulan</a:t>
            </a:r>
            <a:endParaRPr lang="en-US" sz="3400" dirty="0"/>
          </a:p>
        </p:txBody>
      </p:sp>
      <p:graphicFrame>
        <p:nvGraphicFramePr>
          <p:cNvPr id="11" name="Price heat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486400" cy="3044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Kota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Feb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Apr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Mei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New York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$1,29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8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$1,29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68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$1,34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5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$1,42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$1,32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6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San Francisco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$1,11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8C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$1,07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93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80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$1,32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63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$1,21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8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Chicago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$1,16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82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$1,10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D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$1,16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82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$1,25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70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$1,18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7E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Los Angeles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$0,89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B7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$0,91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$0,97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7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$0,85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Houston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$0,76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0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$0,74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$0,80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$0,81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West Tex/New Mexico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$0,82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$0,78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$0,74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$0,72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Dallas/Ft. Worth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$0,73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6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$0,75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$0,78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$0,75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Phoenix/Tucson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$0,64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$0,61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$0,66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$0,57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20"/>
                          </a:solidFill>
                        </a:rPr>
                        <a:t>$0,65</a:t>
                      </a:r>
                      <a:endParaRPr lang="en-US" sz="13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Heatmap insight 1 card"/>
          <p:cNvSpPr/>
          <p:nvPr/>
        </p:nvSpPr>
        <p:spPr>
          <a:xfrm>
            <a:off x="6217920" y="132588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tmap insight 1 value"/>
          <p:cNvSpPr txBox="1"/>
          <p:nvPr/>
        </p:nvSpPr>
        <p:spPr>
          <a:xfrm>
            <a:off x="6446520" y="1463040"/>
            <a:ext cx="2011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NYC</a:t>
            </a:r>
            <a:endParaRPr lang="en-US" sz="3800" dirty="0"/>
          </a:p>
        </p:txBody>
      </p:sp>
      <p:sp>
        <p:nvSpPr>
          <p:cNvPr id="6" name="Heatmap insight 1 label"/>
          <p:cNvSpPr txBox="1"/>
          <p:nvPr/>
        </p:nvSpPr>
        <p:spPr>
          <a:xfrm>
            <a:off x="6446520" y="2147926"/>
            <a:ext cx="20116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selalu termahal; Phoenix/Tucson termurah</a:t>
            </a:r>
            <a:endParaRPr lang="en-US" sz="1400" dirty="0"/>
          </a:p>
        </p:txBody>
      </p:sp>
      <p:sp>
        <p:nvSpPr>
          <p:cNvPr id="7" name="Heatmap insight 2 card"/>
          <p:cNvSpPr/>
          <p:nvPr/>
        </p:nvSpPr>
        <p:spPr>
          <a:xfrm>
            <a:off x="6217920" y="301752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Heatmap insight 2 value"/>
          <p:cNvSpPr txBox="1"/>
          <p:nvPr/>
        </p:nvSpPr>
        <p:spPr>
          <a:xfrm>
            <a:off x="6446520" y="3154680"/>
            <a:ext cx="2011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April</a:t>
            </a:r>
            <a:endParaRPr lang="en-US" sz="3800" dirty="0"/>
          </a:p>
        </p:txBody>
      </p:sp>
      <p:sp>
        <p:nvSpPr>
          <p:cNvPr id="9" name="Heatmap insight 2 label"/>
          <p:cNvSpPr txBox="1"/>
          <p:nvPr/>
        </p:nvSpPr>
        <p:spPr>
          <a:xfrm>
            <a:off x="6446520" y="3839566"/>
            <a:ext cx="20116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puncak harga di 6 dari 8 kota</a:t>
            </a:r>
            <a:endParaRPr lang="en-US" sz="1400" dirty="0"/>
          </a:p>
        </p:txBody>
      </p:sp>
      <p:sp>
        <p:nvSpPr>
          <p:cNvPr id="10" name="Heatmap caption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Rata-rata harga conventional, 8 kota dengan volume terbesar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Teknik visualisasi yang dipakai</a:t>
            </a:r>
            <a:endParaRPr lang="en-US" sz="3400" dirty="0"/>
          </a:p>
        </p:txBody>
      </p:sp>
      <p:sp>
        <p:nvSpPr>
          <p:cNvPr id="3" name="Tech card 1"/>
          <p:cNvSpPr/>
          <p:nvPr/>
        </p:nvSpPr>
        <p:spPr>
          <a:xfrm>
            <a:off x="457200" y="12801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tech 1 circl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tech 1" descr="Icon tec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640434"/>
            <a:ext cx="285293" cy="285293"/>
          </a:xfrm>
          <a:prstGeom prst="rect">
            <a:avLst/>
          </a:prstGeom>
        </p:spPr>
      </p:pic>
      <p:sp>
        <p:nvSpPr>
          <p:cNvPr id="6" name="Tech name 1"/>
          <p:cNvSpPr txBox="1"/>
          <p:nvPr/>
        </p:nvSpPr>
        <p:spPr>
          <a:xfrm>
            <a:off x="137160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Histogram</a:t>
            </a:r>
            <a:endParaRPr lang="en-US" sz="1600" dirty="0"/>
          </a:p>
        </p:txBody>
      </p:sp>
      <p:sp>
        <p:nvSpPr>
          <p:cNvPr id="7" name="Tech purpose 1"/>
          <p:cNvSpPr txBox="1"/>
          <p:nvPr/>
        </p:nvSpPr>
        <p:spPr>
          <a:xfrm>
            <a:off x="68580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Sebaran harga &amp; volume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291840" y="12801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tech 2 circle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 tech 2" descr="Icon tec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14" y="1640434"/>
            <a:ext cx="285293" cy="285293"/>
          </a:xfrm>
          <a:prstGeom prst="rect">
            <a:avLst/>
          </a:prstGeom>
        </p:spPr>
      </p:pic>
      <p:sp>
        <p:nvSpPr>
          <p:cNvPr id="11" name="Tech name 2"/>
          <p:cNvSpPr txBox="1"/>
          <p:nvPr/>
        </p:nvSpPr>
        <p:spPr>
          <a:xfrm>
            <a:off x="420624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Bar chart</a:t>
            </a:r>
            <a:endParaRPr lang="en-US" sz="1600" dirty="0"/>
          </a:p>
        </p:txBody>
      </p:sp>
      <p:sp>
        <p:nvSpPr>
          <p:cNvPr id="12" name="Tech purpose 2"/>
          <p:cNvSpPr txBox="1"/>
          <p:nvPr/>
        </p:nvSpPr>
        <p:spPr>
          <a:xfrm>
            <a:off x="352044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Bandingkan kategori &amp; kota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2801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tech 3 circle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 tech 3" descr="Icon tec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54" y="1640434"/>
            <a:ext cx="285293" cy="285293"/>
          </a:xfrm>
          <a:prstGeom prst="rect">
            <a:avLst/>
          </a:prstGeom>
        </p:spPr>
      </p:pic>
      <p:sp>
        <p:nvSpPr>
          <p:cNvPr id="16" name="Tech name 3"/>
          <p:cNvSpPr txBox="1"/>
          <p:nvPr/>
        </p:nvSpPr>
        <p:spPr>
          <a:xfrm>
            <a:off x="704088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Boxplot &amp; violin</a:t>
            </a:r>
            <a:endParaRPr lang="en-US" sz="1600" dirty="0"/>
          </a:p>
        </p:txBody>
      </p:sp>
      <p:sp>
        <p:nvSpPr>
          <p:cNvPr id="17" name="Tech purpose 3"/>
          <p:cNvSpPr txBox="1"/>
          <p:nvPr/>
        </p:nvSpPr>
        <p:spPr>
          <a:xfrm>
            <a:off x="635508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Sebaran dan outlier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45720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tech 4 circle"/>
          <p:cNvSpPr/>
          <p:nvPr/>
        </p:nvSpPr>
        <p:spPr>
          <a:xfrm>
            <a:off x="685800" y="3017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 tech 4" descr="Icon tech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4" y="3149194"/>
            <a:ext cx="285293" cy="285293"/>
          </a:xfrm>
          <a:prstGeom prst="rect">
            <a:avLst/>
          </a:prstGeom>
        </p:spPr>
      </p:pic>
      <p:sp>
        <p:nvSpPr>
          <p:cNvPr id="21" name="Tech name 4"/>
          <p:cNvSpPr txBox="1"/>
          <p:nvPr/>
        </p:nvSpPr>
        <p:spPr>
          <a:xfrm>
            <a:off x="1371600" y="3017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Scatter plot</a:t>
            </a:r>
            <a:endParaRPr lang="en-US" sz="1600" dirty="0"/>
          </a:p>
        </p:txBody>
      </p:sp>
      <p:sp>
        <p:nvSpPr>
          <p:cNvPr id="22" name="Tech purpose 4"/>
          <p:cNvSpPr txBox="1"/>
          <p:nvPr/>
        </p:nvSpPr>
        <p:spPr>
          <a:xfrm>
            <a:off x="68580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Hubungan harga vs volume</a:t>
            </a:r>
            <a:endParaRPr lang="en-US" sz="1400" dirty="0"/>
          </a:p>
        </p:txBody>
      </p:sp>
      <p:sp>
        <p:nvSpPr>
          <p:cNvPr id="23" name="Tech card 5"/>
          <p:cNvSpPr/>
          <p:nvPr/>
        </p:nvSpPr>
        <p:spPr>
          <a:xfrm>
            <a:off x="329184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tech 5 circle"/>
          <p:cNvSpPr/>
          <p:nvPr/>
        </p:nvSpPr>
        <p:spPr>
          <a:xfrm>
            <a:off x="3520440" y="3017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con tech 5" descr="Icon tech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114" y="3149194"/>
            <a:ext cx="285293" cy="285293"/>
          </a:xfrm>
          <a:prstGeom prst="rect">
            <a:avLst/>
          </a:prstGeom>
        </p:spPr>
      </p:pic>
      <p:sp>
        <p:nvSpPr>
          <p:cNvPr id="26" name="Tech name 5"/>
          <p:cNvSpPr txBox="1"/>
          <p:nvPr/>
        </p:nvSpPr>
        <p:spPr>
          <a:xfrm>
            <a:off x="4206240" y="3017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Line chart</a:t>
            </a:r>
            <a:endParaRPr lang="en-US" sz="1600" dirty="0"/>
          </a:p>
        </p:txBody>
      </p:sp>
      <p:sp>
        <p:nvSpPr>
          <p:cNvPr id="27" name="Tech purpose 5"/>
          <p:cNvSpPr txBox="1"/>
          <p:nvPr/>
        </p:nvSpPr>
        <p:spPr>
          <a:xfrm>
            <a:off x="352044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Tren mingguan</a:t>
            </a:r>
            <a:endParaRPr lang="en-US" sz="14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7889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tech 6 circle"/>
          <p:cNvSpPr/>
          <p:nvPr/>
        </p:nvSpPr>
        <p:spPr>
          <a:xfrm>
            <a:off x="6355080" y="3017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on tech 6" descr="Icon tech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754" y="3149194"/>
            <a:ext cx="285293" cy="285293"/>
          </a:xfrm>
          <a:prstGeom prst="rect">
            <a:avLst/>
          </a:prstGeom>
        </p:spPr>
      </p:pic>
      <p:sp>
        <p:nvSpPr>
          <p:cNvPr id="31" name="Tech name 6"/>
          <p:cNvSpPr txBox="1"/>
          <p:nvPr/>
        </p:nvSpPr>
        <p:spPr>
          <a:xfrm>
            <a:off x="7040880" y="30175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Heatmap</a:t>
            </a:r>
            <a:endParaRPr lang="en-US" sz="1600" dirty="0"/>
          </a:p>
        </p:txBody>
      </p:sp>
      <p:sp>
        <p:nvSpPr>
          <p:cNvPr id="32" name="Tech purpose 6"/>
          <p:cNvSpPr txBox="1"/>
          <p:nvPr/>
        </p:nvSpPr>
        <p:spPr>
          <a:xfrm>
            <a:off x="635508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Korelasi &amp; pola kota × waktu</a:t>
            </a:r>
            <a:endParaRPr lang="en-US" sz="1400" dirty="0"/>
          </a:p>
        </p:txBody>
      </p:sp>
      <p:sp>
        <p:nvSpPr>
          <p:cNvPr id="33" name="Tools lin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Dibuat dengan Python: pandas, matplotlib, seaborn, Plotly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Tiga hal yang saya pelajari</a:t>
            </a:r>
            <a:endParaRPr lang="en-US" sz="3600" dirty="0"/>
          </a:p>
        </p:txBody>
      </p:sp>
      <p:sp>
        <p:nvSpPr>
          <p:cNvPr id="3" name="Takeaway circle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akeaway number 1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akeaway title 1"/>
          <p:cNvSpPr txBox="1"/>
          <p:nvPr/>
        </p:nvSpPr>
        <p:spPr>
          <a:xfrm>
            <a:off x="1371600" y="1371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Organic = harga premium</a:t>
            </a:r>
            <a:endParaRPr lang="en-US" sz="2000" dirty="0"/>
          </a:p>
        </p:txBody>
      </p:sp>
      <p:sp>
        <p:nvSpPr>
          <p:cNvPr id="6" name="Takeaway text 1"/>
          <p:cNvSpPr txBox="1"/>
          <p:nvPr/>
        </p:nvSpPr>
        <p:spPr>
          <a:xfrm>
            <a:off x="1371600" y="17190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±49% lebih mahal, tetapi baru ±2% dari volume nasional.</a:t>
            </a:r>
            <a:endParaRPr lang="en-US" sz="1400" dirty="0"/>
          </a:p>
        </p:txBody>
      </p:sp>
      <p:sp>
        <p:nvSpPr>
          <p:cNvPr id="7" name="Takeaway circle 2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akeaway number 2"/>
          <p:cNvSpPr txBox="1"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akeaway title 2"/>
          <p:cNvSpPr txBox="1"/>
          <p:nvPr/>
        </p:nvSpPr>
        <p:spPr>
          <a:xfrm>
            <a:off x="1371600" y="22860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Harga &amp; volume berlawanan arah</a:t>
            </a:r>
            <a:endParaRPr lang="en-US" sz="2000" dirty="0"/>
          </a:p>
        </p:txBody>
      </p:sp>
      <p:sp>
        <p:nvSpPr>
          <p:cNvPr id="10" name="Takeaway text 2"/>
          <p:cNvSpPr txBox="1"/>
          <p:nvPr/>
        </p:nvSpPr>
        <p:spPr>
          <a:xfrm>
            <a:off x="1371600" y="26334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Korelasi negatif sedang: r = −0,43 (conventional) dan −0,53 (organic).</a:t>
            </a:r>
            <a:endParaRPr lang="en-US" sz="1400" dirty="0"/>
          </a:p>
        </p:txBody>
      </p:sp>
      <p:sp>
        <p:nvSpPr>
          <p:cNvPr id="11" name="Takeaway circle 3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akeaway number 3"/>
          <p:cNvSpPr txBox="1"/>
          <p:nvPr/>
        </p:nvSpPr>
        <p:spPr>
          <a:xfrm>
            <a:off x="54864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akeaway title 3"/>
          <p:cNvSpPr txBox="1"/>
          <p:nvPr/>
        </p:nvSpPr>
        <p:spPr>
          <a:xfrm>
            <a:off x="1371600" y="32004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Lokasi menentukan harga</a:t>
            </a:r>
            <a:endParaRPr lang="en-US" sz="2000" dirty="0"/>
          </a:p>
        </p:txBody>
      </p:sp>
      <p:sp>
        <p:nvSpPr>
          <p:cNvPr id="14" name="Takeaway text 3"/>
          <p:cNvSpPr txBox="1"/>
          <p:nvPr/>
        </p:nvSpPr>
        <p:spPr>
          <a:xfrm>
            <a:off x="1371600" y="3547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Selisih antar kota hingga ±2,3×, dari $0,62 sampai $1,42.</a:t>
            </a:r>
            <a:endParaRPr lang="en-US" sz="1400" dirty="0"/>
          </a:p>
        </p:txBody>
      </p:sp>
      <p:sp>
        <p:nvSpPr>
          <p:cNvPr id="15" name="Call to action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Tertarik berdiskusi soal data visualization? Mari terhubung.</a:t>
            </a:r>
            <a:endParaRPr lang="en-US" sz="1600" dirty="0"/>
          </a:p>
        </p:txBody>
      </p:sp>
      <p:sp>
        <p:nvSpPr>
          <p:cNvPr id="16" name="Hashtags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#DataVisualization  #Python  #DataAnalytics  #Seaborn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ocado Data">
  <a:themeElements>
    <a:clrScheme name="Avocado Data">
      <a:dk1>
        <a:srgbClr val="1B2B20"/>
      </a:dk1>
      <a:lt1>
        <a:srgbClr val="FFFFFF"/>
      </a:lt1>
      <a:dk2>
        <a:srgbClr val="17301F"/>
      </a:dk2>
      <a:lt2>
        <a:srgbClr val="F1F5EA"/>
      </a:lt2>
      <a:accent1>
        <a:srgbClr val="8DC63F"/>
      </a:accent1>
      <a:accent2>
        <a:srgbClr val="6B4F3A"/>
      </a:accent2>
      <a:accent3>
        <a:srgbClr val="E9B44C"/>
      </a:accent3>
      <a:accent4>
        <a:srgbClr val="2F5D3A"/>
      </a:accent4>
      <a:accent5>
        <a:srgbClr val="5B6B60"/>
      </a:accent5>
      <a:accent6>
        <a:srgbClr val="C0583A"/>
      </a:accent6>
      <a:hlink>
        <a:srgbClr val="2F5D3A"/>
      </a:hlink>
      <a:folHlink>
        <a:srgbClr val="5B6B60"/>
      </a:folHlink>
    </a:clrScheme>
    <a:fontScheme name="Avocado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567</Words>
  <Application>Microsoft Office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Bahnschrift SemiBold SemiConden</vt:lpstr>
      <vt:lpstr>Calibri</vt:lpstr>
      <vt:lpstr>Cambria</vt:lpstr>
      <vt:lpstr>Avocado Data</vt:lpstr>
      <vt:lpstr>Harga &amp; Volume Alpukat di Pasar AS</vt:lpstr>
      <vt:lpstr>Dataset dalam angka</vt:lpstr>
      <vt:lpstr>Hindari double counting</vt:lpstr>
      <vt:lpstr>Organic ±49% lebih mahal</vt:lpstr>
      <vt:lpstr>Conventional kuasai 98% volume</vt:lpstr>
      <vt:lpstr>Harga turun saat volume naik</vt:lpstr>
      <vt:lpstr>Tren harga relatif stabil</vt:lpstr>
      <vt:lpstr>Harga berbeda jauh antar kota</vt:lpstr>
      <vt:lpstr>Small bags mendominasi</vt:lpstr>
      <vt:lpstr>Peta harga kota × bulan</vt:lpstr>
      <vt:lpstr>Teknik visualisasi yang dipakai</vt:lpstr>
      <vt:lpstr>Tiga hal yang saya pelajari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Visual Harga &amp; Volume Alpukat</dc:title>
  <dc:subject>Data Visualization Project</dc:subject>
  <dc:creator>PptxGenJS</dc:creator>
  <cp:lastModifiedBy>Raja Kegelapan</cp:lastModifiedBy>
  <cp:revision>2</cp:revision>
  <dcterms:created xsi:type="dcterms:W3CDTF">2026-10-17T12:37:12Z</dcterms:created>
  <dcterms:modified xsi:type="dcterms:W3CDTF">2026-10-17T12:42:27Z</dcterms:modified>
</cp:coreProperties>
</file>